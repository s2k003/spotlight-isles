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1. "The topic today is presentation skills. For our third activity we made a game. The purpose is to use everything from the first two activities together: decide what good presenting looks like, give a short talk, and mark other people's talks." Keep it to 20 seconds. Don't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2. "As facilitators our job isn't to talk the whole time. It's to get the best thinking out of all of you. So in this game: everyone talks, everyone presents, everyone assesses." Ask the room: "In your experience, what makes a group discussion go quiet?" Take one or two answers, by name, and acknowledge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3. Say the three outcomes in your own words, then the goal: "Fly to your key on the far island, then to the Keynote Stage in the middle. You move every round, and further when you answer or pitch well." Check understanding: ask one group to repeat the goal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4. Walk through one question round and one pitch round. "There's no prize for speed, so talk first, tap second." "When the spin picks your group, your topic appears. Choose ONE speaker and plan together." Pause after asking "Any questions about how a round works?" and wait a full five seconds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FACILITATORS. One of you switches to the game's host screen (the QR code is there). Floor coaches go to the tables now and help people join: "Have you picked your group number?" When every group has at least one player, press START. The 15:00 clock begins.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6"/>
        </a:solidFill>
      </p:bgPr>
    </p:bg>
    <p:spTree>
      <p:nvGrpSpPr>
        <p:cNvPr id="1" name=""/>
        <p:cNvGrpSpPr/>
        <p:nvPr/>
      </p:nvGrpSpPr>
      <p:grpSpPr>
        <a:xfrm>
          <a:off x="0" y="0"/>
          <a:ext cx="0" cy="0"/>
          <a:chOff x="0" y="0"/>
          <a:chExt cx="0" cy="0"/>
        </a:xfrm>
      </p:grpSpPr>
      <p:sp>
        <p:nvSpPr>
          <p:cNvPr id="2" name="Shape 0"/>
          <p:cNvSpPr/>
          <p:nvPr/>
        </p:nvSpPr>
        <p:spPr>
          <a:xfrm>
            <a:off x="9326880" y="-2011680"/>
            <a:ext cx="4754880" cy="4754880"/>
          </a:xfrm>
          <a:prstGeom prst="ellipse">
            <a:avLst/>
          </a:prstGeom>
          <a:solidFill>
            <a:srgbClr val="151C47"/>
          </a:solidFill>
          <a:ln w="12700">
            <a:solidFill>
              <a:srgbClr val="151C47"/>
            </a:solidFill>
            <a:prstDash val="solid"/>
          </a:ln>
        </p:spPr>
      </p:sp>
      <p:sp>
        <p:nvSpPr>
          <p:cNvPr id="3" name="Shape 1"/>
          <p:cNvSpPr/>
          <p:nvPr/>
        </p:nvSpPr>
        <p:spPr>
          <a:xfrm>
            <a:off x="-1463040" y="4937760"/>
            <a:ext cx="3840480" cy="3840480"/>
          </a:xfrm>
          <a:prstGeom prst="ellipse">
            <a:avLst/>
          </a:prstGeom>
          <a:solidFill>
            <a:srgbClr val="17153F"/>
          </a:solidFill>
          <a:ln w="12700">
            <a:solidFill>
              <a:srgbClr val="17153F"/>
            </a:solidFill>
            <a:prstDash val="solid"/>
          </a:ln>
        </p:spPr>
      </p:sp>
      <p:sp>
        <p:nvSpPr>
          <p:cNvPr id="4" name="Text 2"/>
          <p:cNvSpPr/>
          <p:nvPr/>
        </p:nvSpPr>
        <p:spPr>
          <a:xfrm>
            <a:off x="640080" y="411480"/>
            <a:ext cx="8229600" cy="320040"/>
          </a:xfrm>
          <a:prstGeom prst="rect">
            <a:avLst/>
          </a:prstGeom>
          <a:noFill/>
          <a:ln/>
        </p:spPr>
        <p:txBody>
          <a:bodyPr wrap="square" lIns="0" tIns="0" rIns="0" bIns="0" rtlCol="0" anchor="ctr"/>
          <a:lstStyle/>
          <a:p>
            <a:pPr indent="0" marL="0">
              <a:buNone/>
            </a:pPr>
            <a:r>
              <a:rPr lang="en-US" sz="1300" b="1" spc="400" kern="0" dirty="0">
                <a:solidFill>
                  <a:srgbClr val="FFD54A"/>
                </a:solidFill>
                <a:latin typeface="Segoe UI Semibold" pitchFamily="34" charset="0"/>
                <a:ea typeface="Segoe UI Semibold" pitchFamily="34" charset="-122"/>
                <a:cs typeface="Segoe UI Semibold" pitchFamily="34" charset="-120"/>
              </a:rPr>
              <a:t>ACTIVITY 3 · OUR OWN GAME</a:t>
            </a:r>
            <a:endParaRPr lang="en-US" sz="1300" dirty="0"/>
          </a:p>
        </p:txBody>
      </p:sp>
      <p:sp>
        <p:nvSpPr>
          <p:cNvPr id="5" name="Shape 3"/>
          <p:cNvSpPr/>
          <p:nvPr/>
        </p:nvSpPr>
        <p:spPr>
          <a:xfrm>
            <a:off x="640080" y="6382512"/>
            <a:ext cx="164592" cy="164592"/>
          </a:xfrm>
          <a:prstGeom prst="ellipse">
            <a:avLst/>
          </a:prstGeom>
          <a:solidFill>
            <a:srgbClr val="FFC21A"/>
          </a:solidFill>
          <a:ln w="12700">
            <a:solidFill>
              <a:srgbClr val="0B1026"/>
            </a:solidFill>
            <a:prstDash val="solid"/>
          </a:ln>
        </p:spPr>
      </p:sp>
      <p:sp>
        <p:nvSpPr>
          <p:cNvPr id="6" name="Shape 4"/>
          <p:cNvSpPr/>
          <p:nvPr/>
        </p:nvSpPr>
        <p:spPr>
          <a:xfrm>
            <a:off x="877824" y="6382512"/>
            <a:ext cx="164592" cy="164592"/>
          </a:xfrm>
          <a:prstGeom prst="ellipse">
            <a:avLst/>
          </a:prstGeom>
          <a:solidFill>
            <a:srgbClr val="8B5CF6"/>
          </a:solidFill>
          <a:ln w="12700">
            <a:solidFill>
              <a:srgbClr val="0B1026"/>
            </a:solidFill>
            <a:prstDash val="solid"/>
          </a:ln>
        </p:spPr>
      </p:sp>
      <p:sp>
        <p:nvSpPr>
          <p:cNvPr id="7" name="Shape 5"/>
          <p:cNvSpPr/>
          <p:nvPr/>
        </p:nvSpPr>
        <p:spPr>
          <a:xfrm>
            <a:off x="1115568" y="6382512"/>
            <a:ext cx="164592" cy="164592"/>
          </a:xfrm>
          <a:prstGeom prst="ellipse">
            <a:avLst/>
          </a:prstGeom>
          <a:solidFill>
            <a:srgbClr val="00E5FF"/>
          </a:solidFill>
          <a:ln w="12700">
            <a:solidFill>
              <a:srgbClr val="0B1026"/>
            </a:solidFill>
            <a:prstDash val="solid"/>
          </a:ln>
        </p:spPr>
      </p:sp>
      <p:sp>
        <p:nvSpPr>
          <p:cNvPr id="8" name="Shape 6"/>
          <p:cNvSpPr/>
          <p:nvPr/>
        </p:nvSpPr>
        <p:spPr>
          <a:xfrm>
            <a:off x="1353312" y="6382512"/>
            <a:ext cx="164592" cy="164592"/>
          </a:xfrm>
          <a:prstGeom prst="ellipse">
            <a:avLst/>
          </a:prstGeom>
          <a:solidFill>
            <a:srgbClr val="DC2626"/>
          </a:solidFill>
          <a:ln w="12700">
            <a:solidFill>
              <a:srgbClr val="0B1026"/>
            </a:solidFill>
            <a:prstDash val="solid"/>
          </a:ln>
        </p:spPr>
      </p:sp>
      <p:sp>
        <p:nvSpPr>
          <p:cNvPr id="9" name="Shape 7"/>
          <p:cNvSpPr/>
          <p:nvPr/>
        </p:nvSpPr>
        <p:spPr>
          <a:xfrm>
            <a:off x="1591056" y="6382512"/>
            <a:ext cx="164592" cy="164592"/>
          </a:xfrm>
          <a:prstGeom prst="ellipse">
            <a:avLst/>
          </a:prstGeom>
          <a:solidFill>
            <a:srgbClr val="0F766E"/>
          </a:solidFill>
          <a:ln w="12700">
            <a:solidFill>
              <a:srgbClr val="0B1026"/>
            </a:solidFill>
            <a:prstDash val="solid"/>
          </a:ln>
        </p:spPr>
      </p:sp>
      <p:sp>
        <p:nvSpPr>
          <p:cNvPr id="10" name="Shape 8"/>
          <p:cNvSpPr/>
          <p:nvPr/>
        </p:nvSpPr>
        <p:spPr>
          <a:xfrm>
            <a:off x="1828800" y="6382512"/>
            <a:ext cx="164592" cy="164592"/>
          </a:xfrm>
          <a:prstGeom prst="ellipse">
            <a:avLst/>
          </a:prstGeom>
          <a:solidFill>
            <a:srgbClr val="F472B6"/>
          </a:solidFill>
          <a:ln w="12700">
            <a:solidFill>
              <a:srgbClr val="0B1026"/>
            </a:solidFill>
            <a:prstDash val="solid"/>
          </a:ln>
        </p:spPr>
      </p:sp>
      <p:sp>
        <p:nvSpPr>
          <p:cNvPr id="11" name="Text 9"/>
          <p:cNvSpPr/>
          <p:nvPr/>
        </p:nvSpPr>
        <p:spPr>
          <a:xfrm>
            <a:off x="2194560" y="6309360"/>
            <a:ext cx="6400800" cy="310896"/>
          </a:xfrm>
          <a:prstGeom prst="rect">
            <a:avLst/>
          </a:prstGeom>
          <a:noFill/>
          <a:ln/>
        </p:spPr>
        <p:txBody>
          <a:bodyPr wrap="square" lIns="0" tIns="0" rIns="0" bIns="0" rtlCol="0" anchor="ctr"/>
          <a:lstStyle/>
          <a:p>
            <a:pPr indent="0" marL="0">
              <a:buNone/>
            </a:pPr>
            <a:r>
              <a:rPr lang="en-US" sz="1050" dirty="0">
                <a:solidFill>
                  <a:srgbClr val="B8C0E0"/>
                </a:solidFill>
                <a:latin typeface="Segoe UI" pitchFamily="34" charset="0"/>
                <a:ea typeface="Segoe UI" pitchFamily="34" charset="-122"/>
                <a:cs typeface="Segoe UI" pitchFamily="34" charset="-120"/>
              </a:rPr>
              <a:t>GSOE9010 · Week 5 · Presentation Skills · Activity 3</a:t>
            </a:r>
            <a:endParaRPr lang="en-US" sz="1050" dirty="0"/>
          </a:p>
        </p:txBody>
      </p:sp>
      <p:sp>
        <p:nvSpPr>
          <p:cNvPr id="12" name="Text 10"/>
          <p:cNvSpPr/>
          <p:nvPr/>
        </p:nvSpPr>
        <p:spPr>
          <a:xfrm>
            <a:off x="10607040" y="6309360"/>
            <a:ext cx="960120" cy="310896"/>
          </a:xfrm>
          <a:prstGeom prst="rect">
            <a:avLst/>
          </a:prstGeom>
          <a:noFill/>
          <a:ln/>
        </p:spPr>
        <p:txBody>
          <a:bodyPr wrap="square" lIns="0" tIns="0" rIns="0" bIns="0" rtlCol="0" anchor="ctr"/>
          <a:lstStyle/>
          <a:p>
            <a:pPr algn="r" indent="0" marL="0">
              <a:buNone/>
            </a:pPr>
            <a:r>
              <a:rPr lang="en-US" sz="1050" dirty="0">
                <a:solidFill>
                  <a:srgbClr val="B8C0E0"/>
                </a:solidFill>
                <a:latin typeface="Segoe UI Semibold" pitchFamily="34" charset="0"/>
                <a:ea typeface="Segoe UI Semibold" pitchFamily="34" charset="-122"/>
                <a:cs typeface="Segoe UI Semibold" pitchFamily="34" charset="-120"/>
              </a:rPr>
              <a:t>1 / 5</a:t>
            </a:r>
            <a:endParaRPr lang="en-US" sz="1050" dirty="0"/>
          </a:p>
        </p:txBody>
      </p:sp>
      <p:sp>
        <p:nvSpPr>
          <p:cNvPr id="13" name="Text 11"/>
          <p:cNvSpPr/>
          <p:nvPr/>
        </p:nvSpPr>
        <p:spPr>
          <a:xfrm>
            <a:off x="640080" y="914400"/>
            <a:ext cx="5760720" cy="2423160"/>
          </a:xfrm>
          <a:prstGeom prst="rect">
            <a:avLst/>
          </a:prstGeom>
          <a:noFill/>
          <a:ln/>
        </p:spPr>
        <p:txBody>
          <a:bodyPr wrap="square" lIns="0" tIns="0" rIns="0" bIns="0" rtlCol="0" anchor="t"/>
          <a:lstStyle/>
          <a:p>
            <a:pPr indent="0" marL="0">
              <a:lnSpc>
                <a:spcPct val="86000"/>
              </a:lnSpc>
              <a:buNone/>
            </a:pPr>
            <a:r>
              <a:rPr lang="en-US" sz="7800" dirty="0">
                <a:solidFill>
                  <a:srgbClr val="FFFFFF"/>
                </a:solidFill>
                <a:latin typeface="Segoe UI Black" pitchFamily="34" charset="0"/>
                <a:ea typeface="Segoe UI Black" pitchFamily="34" charset="-122"/>
                <a:cs typeface="Segoe UI Black" pitchFamily="34" charset="-120"/>
              </a:rPr>
              <a:t>SPOTLIGHT</a:t>
            </a:r>
            <a:endParaRPr lang="en-US" sz="7800" dirty="0"/>
          </a:p>
          <a:p>
            <a:pPr indent="0" marL="0">
              <a:lnSpc>
                <a:spcPct val="86000"/>
              </a:lnSpc>
              <a:buNone/>
            </a:pPr>
            <a:r>
              <a:rPr lang="en-US" sz="7800" dirty="0">
                <a:solidFill>
                  <a:srgbClr val="FFD54A"/>
                </a:solidFill>
                <a:latin typeface="Segoe UI Black" pitchFamily="34" charset="0"/>
                <a:ea typeface="Segoe UI Black" pitchFamily="34" charset="-122"/>
                <a:cs typeface="Segoe UI Black" pitchFamily="34" charset="-120"/>
              </a:rPr>
              <a:t>ISLES</a:t>
            </a:r>
            <a:endParaRPr lang="en-US" sz="7800" dirty="0"/>
          </a:p>
        </p:txBody>
      </p:sp>
      <p:sp>
        <p:nvSpPr>
          <p:cNvPr id="14" name="Text 12"/>
          <p:cNvSpPr/>
          <p:nvPr/>
        </p:nvSpPr>
        <p:spPr>
          <a:xfrm>
            <a:off x="640080" y="3429000"/>
            <a:ext cx="5669280" cy="457200"/>
          </a:xfrm>
          <a:prstGeom prst="rect">
            <a:avLst/>
          </a:prstGeom>
          <a:noFill/>
          <a:ln/>
        </p:spPr>
        <p:txBody>
          <a:bodyPr wrap="square" lIns="0" tIns="0" rIns="0" bIns="0" rtlCol="0" anchor="ctr"/>
          <a:lstStyle/>
          <a:p>
            <a:pPr indent="0" marL="0">
              <a:buNone/>
            </a:pPr>
            <a:r>
              <a:rPr lang="en-US" sz="2100" dirty="0">
                <a:solidFill>
                  <a:srgbClr val="FFFFFF"/>
                </a:solidFill>
                <a:latin typeface="Segoe UI Semibold" pitchFamily="34" charset="0"/>
                <a:ea typeface="Segoe UI Semibold" pitchFamily="34" charset="-122"/>
                <a:cs typeface="Segoe UI Semibold" pitchFamily="34" charset="-120"/>
              </a:rPr>
              <a:t>Talk it through. Pitch it well. Reach the Stage.</a:t>
            </a:r>
            <a:endParaRPr lang="en-US" sz="2100" dirty="0"/>
          </a:p>
        </p:txBody>
      </p:sp>
      <p:sp>
        <p:nvSpPr>
          <p:cNvPr id="15" name="Shape 13"/>
          <p:cNvSpPr/>
          <p:nvPr/>
        </p:nvSpPr>
        <p:spPr>
          <a:xfrm>
            <a:off x="640080" y="4160520"/>
            <a:ext cx="1600200" cy="457200"/>
          </a:xfrm>
          <a:prstGeom prst="roundRect">
            <a:avLst>
              <a:gd name="adj" fmla="val 50000"/>
            </a:avLst>
          </a:prstGeom>
          <a:solidFill>
            <a:srgbClr val="232C63"/>
          </a:solidFill>
          <a:ln w="12700">
            <a:solidFill>
              <a:srgbClr val="FFD54A"/>
            </a:solidFill>
            <a:prstDash val="solid"/>
          </a:ln>
        </p:spPr>
      </p:sp>
      <p:sp>
        <p:nvSpPr>
          <p:cNvPr id="16" name="Text 14"/>
          <p:cNvSpPr/>
          <p:nvPr/>
        </p:nvSpPr>
        <p:spPr>
          <a:xfrm>
            <a:off x="640080" y="4160520"/>
            <a:ext cx="1600200" cy="457200"/>
          </a:xfrm>
          <a:prstGeom prst="rect">
            <a:avLst/>
          </a:prstGeom>
          <a:noFill/>
          <a:ln/>
        </p:spPr>
        <p:txBody>
          <a:bodyPr wrap="square" lIns="0" tIns="0" rIns="0" bIns="0" rtlCol="0" anchor="ctr"/>
          <a:lstStyle/>
          <a:p>
            <a:pPr algn="ctr" indent="0" marL="0">
              <a:buNone/>
            </a:pPr>
            <a:r>
              <a:rPr lang="en-US" sz="1400" b="1" dirty="0">
                <a:solidFill>
                  <a:srgbClr val="FFD54A"/>
                </a:solidFill>
                <a:latin typeface="Segoe UI Semibold" pitchFamily="34" charset="0"/>
                <a:ea typeface="Segoe UI Semibold" pitchFamily="34" charset="-122"/>
                <a:cs typeface="Segoe UI Semibold" pitchFamily="34" charset="-120"/>
              </a:rPr>
              <a:t>15 minutes</a:t>
            </a:r>
            <a:endParaRPr lang="en-US" sz="1400" dirty="0"/>
          </a:p>
        </p:txBody>
      </p:sp>
      <p:sp>
        <p:nvSpPr>
          <p:cNvPr id="17" name="Shape 15"/>
          <p:cNvSpPr/>
          <p:nvPr/>
        </p:nvSpPr>
        <p:spPr>
          <a:xfrm>
            <a:off x="2377440" y="4160520"/>
            <a:ext cx="1325880" cy="457200"/>
          </a:xfrm>
          <a:prstGeom prst="roundRect">
            <a:avLst>
              <a:gd name="adj" fmla="val 50000"/>
            </a:avLst>
          </a:prstGeom>
          <a:solidFill>
            <a:srgbClr val="232C63"/>
          </a:solidFill>
          <a:ln w="12700">
            <a:solidFill>
              <a:srgbClr val="FFD54A"/>
            </a:solidFill>
            <a:prstDash val="solid"/>
          </a:ln>
        </p:spPr>
      </p:sp>
      <p:sp>
        <p:nvSpPr>
          <p:cNvPr id="18" name="Text 16"/>
          <p:cNvSpPr/>
          <p:nvPr/>
        </p:nvSpPr>
        <p:spPr>
          <a:xfrm>
            <a:off x="2377440" y="4160520"/>
            <a:ext cx="1325880" cy="457200"/>
          </a:xfrm>
          <a:prstGeom prst="rect">
            <a:avLst/>
          </a:prstGeom>
          <a:noFill/>
          <a:ln/>
        </p:spPr>
        <p:txBody>
          <a:bodyPr wrap="square" lIns="0" tIns="0" rIns="0" bIns="0" rtlCol="0" anchor="ctr"/>
          <a:lstStyle/>
          <a:p>
            <a:pPr algn="ctr" indent="0" marL="0">
              <a:buNone/>
            </a:pPr>
            <a:r>
              <a:rPr lang="en-US" sz="1400" b="1" dirty="0">
                <a:solidFill>
                  <a:srgbClr val="FFD54A"/>
                </a:solidFill>
                <a:latin typeface="Segoe UI Semibold" pitchFamily="34" charset="0"/>
                <a:ea typeface="Segoe UI Semibold" pitchFamily="34" charset="-122"/>
                <a:cs typeface="Segoe UI Semibold" pitchFamily="34" charset="-120"/>
              </a:rPr>
              <a:t>6 groups</a:t>
            </a:r>
            <a:endParaRPr lang="en-US" sz="1400" dirty="0"/>
          </a:p>
        </p:txBody>
      </p:sp>
      <p:sp>
        <p:nvSpPr>
          <p:cNvPr id="19" name="Shape 17"/>
          <p:cNvSpPr/>
          <p:nvPr/>
        </p:nvSpPr>
        <p:spPr>
          <a:xfrm>
            <a:off x="3840480" y="4160520"/>
            <a:ext cx="2606040" cy="457200"/>
          </a:xfrm>
          <a:prstGeom prst="roundRect">
            <a:avLst>
              <a:gd name="adj" fmla="val 50000"/>
            </a:avLst>
          </a:prstGeom>
          <a:solidFill>
            <a:srgbClr val="232C63"/>
          </a:solidFill>
          <a:ln w="12700">
            <a:solidFill>
              <a:srgbClr val="FFD54A"/>
            </a:solidFill>
            <a:prstDash val="solid"/>
          </a:ln>
        </p:spPr>
      </p:sp>
      <p:sp>
        <p:nvSpPr>
          <p:cNvPr id="20" name="Text 18"/>
          <p:cNvSpPr/>
          <p:nvPr/>
        </p:nvSpPr>
        <p:spPr>
          <a:xfrm>
            <a:off x="3840480" y="4160520"/>
            <a:ext cx="2606040" cy="457200"/>
          </a:xfrm>
          <a:prstGeom prst="rect">
            <a:avLst/>
          </a:prstGeom>
          <a:noFill/>
          <a:ln/>
        </p:spPr>
        <p:txBody>
          <a:bodyPr wrap="square" lIns="0" tIns="0" rIns="0" bIns="0" rtlCol="0" anchor="ctr"/>
          <a:lstStyle/>
          <a:p>
            <a:pPr algn="ctr" indent="0" marL="0">
              <a:buNone/>
            </a:pPr>
            <a:r>
              <a:rPr lang="en-US" sz="1400" b="1" dirty="0">
                <a:solidFill>
                  <a:srgbClr val="FFD54A"/>
                </a:solidFill>
                <a:latin typeface="Segoe UI Semibold" pitchFamily="34" charset="0"/>
                <a:ea typeface="Segoe UI Semibold" pitchFamily="34" charset="-122"/>
                <a:cs typeface="Segoe UI Semibold" pitchFamily="34" charset="-120"/>
              </a:rPr>
              <a:t>Everyone pitches once</a:t>
            </a:r>
            <a:endParaRPr lang="en-US" sz="1400" dirty="0"/>
          </a:p>
        </p:txBody>
      </p:sp>
      <p:sp>
        <p:nvSpPr>
          <p:cNvPr id="21" name="Text 19"/>
          <p:cNvSpPr/>
          <p:nvPr/>
        </p:nvSpPr>
        <p:spPr>
          <a:xfrm>
            <a:off x="640080" y="4983480"/>
            <a:ext cx="5669280" cy="365760"/>
          </a:xfrm>
          <a:prstGeom prst="rect">
            <a:avLst/>
          </a:prstGeom>
          <a:noFill/>
          <a:ln/>
        </p:spPr>
        <p:txBody>
          <a:bodyPr wrap="square" lIns="0" tIns="0" rIns="0" bIns="0" rtlCol="0" anchor="ctr"/>
          <a:lstStyle/>
          <a:p>
            <a:pPr indent="0" marL="0">
              <a:buNone/>
            </a:pPr>
            <a:r>
              <a:rPr lang="en-US" sz="1500" dirty="0">
                <a:solidFill>
                  <a:srgbClr val="B8C0E0"/>
                </a:solidFill>
                <a:latin typeface="Segoe UI" pitchFamily="34" charset="0"/>
                <a:ea typeface="Segoe UI" pitchFamily="34" charset="-122"/>
                <a:cs typeface="Segoe UI" pitchFamily="34" charset="-120"/>
              </a:rPr>
              <a:t>Facilitated by  [your names here]</a:t>
            </a:r>
            <a:endParaRPr lang="en-US" sz="1500" dirty="0"/>
          </a:p>
        </p:txBody>
      </p:sp>
      <p:sp>
        <p:nvSpPr>
          <p:cNvPr id="22" name="Shape 20"/>
          <p:cNvSpPr/>
          <p:nvPr/>
        </p:nvSpPr>
        <p:spPr>
          <a:xfrm>
            <a:off x="6473952" y="1078992"/>
            <a:ext cx="5157216" cy="2957170"/>
          </a:xfrm>
          <a:prstGeom prst="roundRect">
            <a:avLst>
              <a:gd name="adj" fmla="val 3711"/>
            </a:avLst>
          </a:prstGeom>
          <a:solidFill>
            <a:srgbClr val="FFD54A"/>
          </a:solidFill>
          <a:ln w="12700">
            <a:solidFill>
              <a:srgbClr val="FFD54A"/>
            </a:solidFill>
            <a:prstDash val="solid"/>
          </a:ln>
        </p:spPr>
      </p:sp>
      <p:pic>
        <p:nvPicPr>
          <p:cNvPr id="23" name="Image 0" descr="C:\Users\stsha\AppData\Local\Temp\claude\e--GSOE\5827a37f-2b3b-4dcb-97f5-7b6dedb1807d\scratchpad\shots9\host-060-challenge.png">    </p:cNvPr>
          <p:cNvPicPr>
            <a:picLocks noChangeAspect="1"/>
          </p:cNvPicPr>
          <p:nvPr/>
        </p:nvPicPr>
        <p:blipFill>
          <a:blip r:embed="rId1"/>
          <a:stretch>
            <a:fillRect/>
          </a:stretch>
        </p:blipFill>
        <p:spPr>
          <a:xfrm>
            <a:off x="6537960" y="1143000"/>
            <a:ext cx="5029200" cy="2829154"/>
          </a:xfrm>
          <a:prstGeom prst="rect">
            <a:avLst/>
          </a:prstGeom>
        </p:spPr>
      </p:pic>
      <p:sp>
        <p:nvSpPr>
          <p:cNvPr id="24" name="Shape 21"/>
          <p:cNvSpPr/>
          <p:nvPr/>
        </p:nvSpPr>
        <p:spPr>
          <a:xfrm>
            <a:off x="10040112" y="2907792"/>
            <a:ext cx="1453896" cy="2779776"/>
          </a:xfrm>
          <a:prstGeom prst="roundRect">
            <a:avLst>
              <a:gd name="adj" fmla="val 7547"/>
            </a:avLst>
          </a:prstGeom>
          <a:solidFill>
            <a:srgbClr val="FFFFFF"/>
          </a:solidFill>
          <a:ln w="12700">
            <a:solidFill>
              <a:srgbClr val="FFFFFF"/>
            </a:solidFill>
            <a:prstDash val="solid"/>
          </a:ln>
        </p:spPr>
      </p:sp>
      <p:pic>
        <p:nvPicPr>
          <p:cNvPr id="25" name="Image 1" descr="C:\Users\stsha\AppData\Local\Temp\claude\e--GSOE\5827a37f-2b3b-4dcb-97f5-7b6dedb1807d\scratchpad\shots6\vote-phone.png">    </p:cNvPr>
          <p:cNvPicPr>
            <a:picLocks noChangeAspect="1"/>
          </p:cNvPicPr>
          <p:nvPr/>
        </p:nvPicPr>
        <p:blipFill>
          <a:blip r:embed="rId2"/>
          <a:stretch>
            <a:fillRect/>
          </a:stretch>
        </p:blipFill>
        <p:spPr>
          <a:xfrm>
            <a:off x="10104120" y="2971800"/>
            <a:ext cx="1325880" cy="2651760"/>
          </a:xfrm>
          <a:prstGeom prst="rect">
            <a:avLst/>
          </a:prstGeom>
        </p:spPr>
      </p:pic>
      <p:sp>
        <p:nvSpPr>
          <p:cNvPr id="26" name="Text 22"/>
          <p:cNvSpPr/>
          <p:nvPr/>
        </p:nvSpPr>
        <p:spPr>
          <a:xfrm>
            <a:off x="6537960" y="4160520"/>
            <a:ext cx="3383280" cy="640080"/>
          </a:xfrm>
          <a:prstGeom prst="rect">
            <a:avLst/>
          </a:prstGeom>
          <a:noFill/>
          <a:ln/>
        </p:spPr>
        <p:txBody>
          <a:bodyPr wrap="square" lIns="0" tIns="0" rIns="0" bIns="0" rtlCol="0" anchor="t"/>
          <a:lstStyle/>
          <a:p>
            <a:pPr indent="0" marL="0">
              <a:buNone/>
            </a:pPr>
            <a:r>
              <a:rPr lang="en-US" sz="1500" dirty="0">
                <a:solidFill>
                  <a:srgbClr val="FFFFFF"/>
                </a:solidFill>
                <a:latin typeface="Segoe UI Semibold" pitchFamily="34" charset="0"/>
                <a:ea typeface="Segoe UI Semibold" pitchFamily="34" charset="-122"/>
                <a:cs typeface="Segoe UI Semibold" pitchFamily="34" charset="-120"/>
              </a:rPr>
              <a:t>One big screen. Your phone is the controller.</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026"/>
        </a:solidFill>
      </p:bgPr>
    </p:bg>
    <p:spTree>
      <p:nvGrpSpPr>
        <p:cNvPr id="1" name=""/>
        <p:cNvGrpSpPr/>
        <p:nvPr/>
      </p:nvGrpSpPr>
      <p:grpSpPr>
        <a:xfrm>
          <a:off x="0" y="0"/>
          <a:ext cx="0" cy="0"/>
          <a:chOff x="0" y="0"/>
          <a:chExt cx="0" cy="0"/>
        </a:xfrm>
      </p:grpSpPr>
      <p:sp>
        <p:nvSpPr>
          <p:cNvPr id="2" name="Shape 0"/>
          <p:cNvSpPr/>
          <p:nvPr/>
        </p:nvSpPr>
        <p:spPr>
          <a:xfrm>
            <a:off x="9326880" y="-2011680"/>
            <a:ext cx="4754880" cy="4754880"/>
          </a:xfrm>
          <a:prstGeom prst="ellipse">
            <a:avLst/>
          </a:prstGeom>
          <a:solidFill>
            <a:srgbClr val="151C47"/>
          </a:solidFill>
          <a:ln w="12700">
            <a:solidFill>
              <a:srgbClr val="151C47"/>
            </a:solidFill>
            <a:prstDash val="solid"/>
          </a:ln>
        </p:spPr>
      </p:sp>
      <p:sp>
        <p:nvSpPr>
          <p:cNvPr id="3" name="Shape 1"/>
          <p:cNvSpPr/>
          <p:nvPr/>
        </p:nvSpPr>
        <p:spPr>
          <a:xfrm>
            <a:off x="-1463040" y="4937760"/>
            <a:ext cx="3840480" cy="3840480"/>
          </a:xfrm>
          <a:prstGeom prst="ellipse">
            <a:avLst/>
          </a:prstGeom>
          <a:solidFill>
            <a:srgbClr val="17153F"/>
          </a:solidFill>
          <a:ln w="12700">
            <a:solidFill>
              <a:srgbClr val="17153F"/>
            </a:solidFill>
            <a:prstDash val="solid"/>
          </a:ln>
        </p:spPr>
      </p:sp>
      <p:sp>
        <p:nvSpPr>
          <p:cNvPr id="4" name="Text 2"/>
          <p:cNvSpPr/>
          <p:nvPr/>
        </p:nvSpPr>
        <p:spPr>
          <a:xfrm>
            <a:off x="640080" y="411480"/>
            <a:ext cx="8229600" cy="320040"/>
          </a:xfrm>
          <a:prstGeom prst="rect">
            <a:avLst/>
          </a:prstGeom>
          <a:noFill/>
          <a:ln/>
        </p:spPr>
        <p:txBody>
          <a:bodyPr wrap="square" lIns="0" tIns="0" rIns="0" bIns="0" rtlCol="0" anchor="ctr"/>
          <a:lstStyle/>
          <a:p>
            <a:pPr indent="0" marL="0">
              <a:buNone/>
            </a:pPr>
            <a:r>
              <a:rPr lang="en-US" sz="1300" b="1" spc="400" kern="0" dirty="0">
                <a:solidFill>
                  <a:srgbClr val="FFD54A"/>
                </a:solidFill>
                <a:latin typeface="Segoe UI Semibold" pitchFamily="34" charset="0"/>
                <a:ea typeface="Segoe UI Semibold" pitchFamily="34" charset="-122"/>
                <a:cs typeface="Segoe UI Semibold" pitchFamily="34" charset="-120"/>
              </a:rPr>
              <a:t>WHY A GAME?</a:t>
            </a:r>
            <a:endParaRPr lang="en-US" sz="1300" dirty="0"/>
          </a:p>
        </p:txBody>
      </p:sp>
      <p:sp>
        <p:nvSpPr>
          <p:cNvPr id="5" name="Shape 3"/>
          <p:cNvSpPr/>
          <p:nvPr/>
        </p:nvSpPr>
        <p:spPr>
          <a:xfrm>
            <a:off x="640080" y="6382512"/>
            <a:ext cx="164592" cy="164592"/>
          </a:xfrm>
          <a:prstGeom prst="ellipse">
            <a:avLst/>
          </a:prstGeom>
          <a:solidFill>
            <a:srgbClr val="FFC21A"/>
          </a:solidFill>
          <a:ln w="12700">
            <a:solidFill>
              <a:srgbClr val="0B1026"/>
            </a:solidFill>
            <a:prstDash val="solid"/>
          </a:ln>
        </p:spPr>
      </p:sp>
      <p:sp>
        <p:nvSpPr>
          <p:cNvPr id="6" name="Shape 4"/>
          <p:cNvSpPr/>
          <p:nvPr/>
        </p:nvSpPr>
        <p:spPr>
          <a:xfrm>
            <a:off x="877824" y="6382512"/>
            <a:ext cx="164592" cy="164592"/>
          </a:xfrm>
          <a:prstGeom prst="ellipse">
            <a:avLst/>
          </a:prstGeom>
          <a:solidFill>
            <a:srgbClr val="8B5CF6"/>
          </a:solidFill>
          <a:ln w="12700">
            <a:solidFill>
              <a:srgbClr val="0B1026"/>
            </a:solidFill>
            <a:prstDash val="solid"/>
          </a:ln>
        </p:spPr>
      </p:sp>
      <p:sp>
        <p:nvSpPr>
          <p:cNvPr id="7" name="Shape 5"/>
          <p:cNvSpPr/>
          <p:nvPr/>
        </p:nvSpPr>
        <p:spPr>
          <a:xfrm>
            <a:off x="1115568" y="6382512"/>
            <a:ext cx="164592" cy="164592"/>
          </a:xfrm>
          <a:prstGeom prst="ellipse">
            <a:avLst/>
          </a:prstGeom>
          <a:solidFill>
            <a:srgbClr val="00E5FF"/>
          </a:solidFill>
          <a:ln w="12700">
            <a:solidFill>
              <a:srgbClr val="0B1026"/>
            </a:solidFill>
            <a:prstDash val="solid"/>
          </a:ln>
        </p:spPr>
      </p:sp>
      <p:sp>
        <p:nvSpPr>
          <p:cNvPr id="8" name="Shape 6"/>
          <p:cNvSpPr/>
          <p:nvPr/>
        </p:nvSpPr>
        <p:spPr>
          <a:xfrm>
            <a:off x="1353312" y="6382512"/>
            <a:ext cx="164592" cy="164592"/>
          </a:xfrm>
          <a:prstGeom prst="ellipse">
            <a:avLst/>
          </a:prstGeom>
          <a:solidFill>
            <a:srgbClr val="DC2626"/>
          </a:solidFill>
          <a:ln w="12700">
            <a:solidFill>
              <a:srgbClr val="0B1026"/>
            </a:solidFill>
            <a:prstDash val="solid"/>
          </a:ln>
        </p:spPr>
      </p:sp>
      <p:sp>
        <p:nvSpPr>
          <p:cNvPr id="9" name="Shape 7"/>
          <p:cNvSpPr/>
          <p:nvPr/>
        </p:nvSpPr>
        <p:spPr>
          <a:xfrm>
            <a:off x="1591056" y="6382512"/>
            <a:ext cx="164592" cy="164592"/>
          </a:xfrm>
          <a:prstGeom prst="ellipse">
            <a:avLst/>
          </a:prstGeom>
          <a:solidFill>
            <a:srgbClr val="0F766E"/>
          </a:solidFill>
          <a:ln w="12700">
            <a:solidFill>
              <a:srgbClr val="0B1026"/>
            </a:solidFill>
            <a:prstDash val="solid"/>
          </a:ln>
        </p:spPr>
      </p:sp>
      <p:sp>
        <p:nvSpPr>
          <p:cNvPr id="10" name="Shape 8"/>
          <p:cNvSpPr/>
          <p:nvPr/>
        </p:nvSpPr>
        <p:spPr>
          <a:xfrm>
            <a:off x="1828800" y="6382512"/>
            <a:ext cx="164592" cy="164592"/>
          </a:xfrm>
          <a:prstGeom prst="ellipse">
            <a:avLst/>
          </a:prstGeom>
          <a:solidFill>
            <a:srgbClr val="F472B6"/>
          </a:solidFill>
          <a:ln w="12700">
            <a:solidFill>
              <a:srgbClr val="0B1026"/>
            </a:solidFill>
            <a:prstDash val="solid"/>
          </a:ln>
        </p:spPr>
      </p:sp>
      <p:sp>
        <p:nvSpPr>
          <p:cNvPr id="11" name="Text 9"/>
          <p:cNvSpPr/>
          <p:nvPr/>
        </p:nvSpPr>
        <p:spPr>
          <a:xfrm>
            <a:off x="2194560" y="6309360"/>
            <a:ext cx="6400800" cy="310896"/>
          </a:xfrm>
          <a:prstGeom prst="rect">
            <a:avLst/>
          </a:prstGeom>
          <a:noFill/>
          <a:ln/>
        </p:spPr>
        <p:txBody>
          <a:bodyPr wrap="square" lIns="0" tIns="0" rIns="0" bIns="0" rtlCol="0" anchor="ctr"/>
          <a:lstStyle/>
          <a:p>
            <a:pPr indent="0" marL="0">
              <a:buNone/>
            </a:pPr>
            <a:r>
              <a:rPr lang="en-US" sz="1050" dirty="0">
                <a:solidFill>
                  <a:srgbClr val="B8C0E0"/>
                </a:solidFill>
                <a:latin typeface="Segoe UI" pitchFamily="34" charset="0"/>
                <a:ea typeface="Segoe UI" pitchFamily="34" charset="-122"/>
                <a:cs typeface="Segoe UI" pitchFamily="34" charset="-120"/>
              </a:rPr>
              <a:t>GSOE9010 · Week 5 · Presentation Skills · Activity 3</a:t>
            </a:r>
            <a:endParaRPr lang="en-US" sz="1050" dirty="0"/>
          </a:p>
        </p:txBody>
      </p:sp>
      <p:sp>
        <p:nvSpPr>
          <p:cNvPr id="12" name="Text 10"/>
          <p:cNvSpPr/>
          <p:nvPr/>
        </p:nvSpPr>
        <p:spPr>
          <a:xfrm>
            <a:off x="10607040" y="6309360"/>
            <a:ext cx="960120" cy="310896"/>
          </a:xfrm>
          <a:prstGeom prst="rect">
            <a:avLst/>
          </a:prstGeom>
          <a:noFill/>
          <a:ln/>
        </p:spPr>
        <p:txBody>
          <a:bodyPr wrap="square" lIns="0" tIns="0" rIns="0" bIns="0" rtlCol="0" anchor="ctr"/>
          <a:lstStyle/>
          <a:p>
            <a:pPr algn="r" indent="0" marL="0">
              <a:buNone/>
            </a:pPr>
            <a:r>
              <a:rPr lang="en-US" sz="1050" dirty="0">
                <a:solidFill>
                  <a:srgbClr val="B8C0E0"/>
                </a:solidFill>
                <a:latin typeface="Segoe UI Semibold" pitchFamily="34" charset="0"/>
                <a:ea typeface="Segoe UI Semibold" pitchFamily="34" charset="-122"/>
                <a:cs typeface="Segoe UI Semibold" pitchFamily="34" charset="-120"/>
              </a:rPr>
              <a:t>2 / 5</a:t>
            </a:r>
            <a:endParaRPr lang="en-US" sz="1050" dirty="0"/>
          </a:p>
        </p:txBody>
      </p:sp>
      <p:sp>
        <p:nvSpPr>
          <p:cNvPr id="13" name="Text 11"/>
          <p:cNvSpPr/>
          <p:nvPr/>
        </p:nvSpPr>
        <p:spPr>
          <a:xfrm>
            <a:off x="640080" y="777240"/>
            <a:ext cx="10881360" cy="914400"/>
          </a:xfrm>
          <a:prstGeom prst="rect">
            <a:avLst/>
          </a:prstGeom>
          <a:noFill/>
          <a:ln/>
        </p:spPr>
        <p:txBody>
          <a:bodyPr wrap="square" lIns="0" tIns="0" rIns="0" bIns="0" rtlCol="0" anchor="t"/>
          <a:lstStyle/>
          <a:p>
            <a:pPr indent="0" marL="0">
              <a:buNone/>
            </a:pPr>
            <a:r>
              <a:rPr lang="en-US" sz="3000" dirty="0">
                <a:solidFill>
                  <a:srgbClr val="FFFFFF"/>
                </a:solidFill>
                <a:latin typeface="Segoe UI Black" pitchFamily="34" charset="0"/>
                <a:ea typeface="Segoe UI Black" pitchFamily="34" charset="-122"/>
                <a:cs typeface="Segoe UI Black" pitchFamily="34" charset="-120"/>
              </a:rPr>
              <a:t>Facilitation is gathering </a:t>
            </a:r>
            <a:pPr indent="0" marL="0">
              <a:buNone/>
            </a:pPr>
            <a:r>
              <a:rPr lang="en-US" sz="3000" dirty="0">
                <a:solidFill>
                  <a:srgbClr val="FFD54A"/>
                </a:solidFill>
                <a:latin typeface="Segoe UI Black" pitchFamily="34" charset="0"/>
                <a:ea typeface="Segoe UI Black" pitchFamily="34" charset="-122"/>
                <a:cs typeface="Segoe UI Black" pitchFamily="34" charset="-120"/>
              </a:rPr>
              <a:t>everyone's</a:t>
            </a:r>
            <a:pPr indent="0" marL="0">
              <a:buNone/>
            </a:pPr>
            <a:r>
              <a:rPr lang="en-US" sz="3000" dirty="0">
                <a:solidFill>
                  <a:srgbClr val="FFFFFF"/>
                </a:solidFill>
                <a:latin typeface="Segoe UI Black" pitchFamily="34" charset="0"/>
                <a:ea typeface="Segoe UI Black" pitchFamily="34" charset="-122"/>
                <a:cs typeface="Segoe UI Black" pitchFamily="34" charset="-120"/>
              </a:rPr>
              <a:t> best thinking</a:t>
            </a:r>
            <a:endParaRPr lang="en-US" sz="3000" dirty="0"/>
          </a:p>
        </p:txBody>
      </p:sp>
      <p:sp>
        <p:nvSpPr>
          <p:cNvPr id="14" name="Text 12"/>
          <p:cNvSpPr/>
          <p:nvPr/>
        </p:nvSpPr>
        <p:spPr>
          <a:xfrm>
            <a:off x="640080" y="1481328"/>
            <a:ext cx="10881360" cy="411480"/>
          </a:xfrm>
          <a:prstGeom prst="rect">
            <a:avLst/>
          </a:prstGeom>
          <a:noFill/>
          <a:ln/>
        </p:spPr>
        <p:txBody>
          <a:bodyPr wrap="square" lIns="0" tIns="0" rIns="0" bIns="0" rtlCol="0" anchor="ctr"/>
          <a:lstStyle/>
          <a:p>
            <a:pPr indent="0" marL="0">
              <a:buNone/>
            </a:pPr>
            <a:r>
              <a:rPr lang="en-US" sz="1900" dirty="0">
                <a:solidFill>
                  <a:srgbClr val="B8C0E0"/>
                </a:solidFill>
                <a:latin typeface="Segoe UI" pitchFamily="34" charset="0"/>
                <a:ea typeface="Segoe UI" pitchFamily="34" charset="-122"/>
                <a:cs typeface="Segoe UI" pitchFamily="34" charset="-120"/>
              </a:rPr>
              <a:t>So we built an activity where the room does the talking, and we guide.</a:t>
            </a:r>
            <a:endParaRPr lang="en-US" sz="1900" dirty="0"/>
          </a:p>
        </p:txBody>
      </p:sp>
      <p:sp>
        <p:nvSpPr>
          <p:cNvPr id="15" name="Shape 13"/>
          <p:cNvSpPr/>
          <p:nvPr/>
        </p:nvSpPr>
        <p:spPr>
          <a:xfrm>
            <a:off x="640080" y="2194560"/>
            <a:ext cx="3474720" cy="3154680"/>
          </a:xfrm>
          <a:prstGeom prst="roundRect">
            <a:avLst>
              <a:gd name="adj" fmla="val 4638"/>
            </a:avLst>
          </a:prstGeom>
          <a:solidFill>
            <a:srgbClr val="1B2350"/>
          </a:solidFill>
          <a:ln w="9525">
            <a:solidFill>
              <a:srgbClr val="3A4486"/>
            </a:solidFill>
            <a:prstDash val="solid"/>
          </a:ln>
        </p:spPr>
      </p:sp>
      <p:sp>
        <p:nvSpPr>
          <p:cNvPr id="16" name="Shape 14"/>
          <p:cNvSpPr/>
          <p:nvPr/>
        </p:nvSpPr>
        <p:spPr>
          <a:xfrm>
            <a:off x="658368" y="2322576"/>
            <a:ext cx="91440" cy="2898648"/>
          </a:xfrm>
          <a:prstGeom prst="rect">
            <a:avLst/>
          </a:prstGeom>
          <a:solidFill>
            <a:srgbClr val="FFC21A"/>
          </a:solidFill>
          <a:ln w="12700">
            <a:solidFill>
              <a:srgbClr val="FFC21A"/>
            </a:solidFill>
            <a:prstDash val="solid"/>
          </a:ln>
        </p:spPr>
      </p:sp>
      <p:sp>
        <p:nvSpPr>
          <p:cNvPr id="17" name="Shape 15"/>
          <p:cNvSpPr/>
          <p:nvPr/>
        </p:nvSpPr>
        <p:spPr>
          <a:xfrm>
            <a:off x="960120" y="2468880"/>
            <a:ext cx="512064" cy="512064"/>
          </a:xfrm>
          <a:prstGeom prst="ellipse">
            <a:avLst/>
          </a:prstGeom>
          <a:solidFill>
            <a:srgbClr val="FFD54A"/>
          </a:solidFill>
          <a:ln w="12700">
            <a:solidFill>
              <a:srgbClr val="FFD54A"/>
            </a:solidFill>
            <a:prstDash val="solid"/>
          </a:ln>
        </p:spPr>
      </p:sp>
      <p:sp>
        <p:nvSpPr>
          <p:cNvPr id="18" name="Text 16"/>
          <p:cNvSpPr/>
          <p:nvPr/>
        </p:nvSpPr>
        <p:spPr>
          <a:xfrm>
            <a:off x="960120" y="2468880"/>
            <a:ext cx="512064" cy="512064"/>
          </a:xfrm>
          <a:prstGeom prst="rect">
            <a:avLst/>
          </a:prstGeom>
          <a:noFill/>
          <a:ln/>
        </p:spPr>
        <p:txBody>
          <a:bodyPr wrap="square" lIns="0" tIns="0" rIns="0" bIns="0" rtlCol="0" anchor="ctr"/>
          <a:lstStyle/>
          <a:p>
            <a:pPr algn="ctr" indent="0" marL="0">
              <a:buNone/>
            </a:pPr>
            <a:r>
              <a:rPr lang="en-US" sz="1680" dirty="0">
                <a:solidFill>
                  <a:srgbClr val="0B1026"/>
                </a:solidFill>
                <a:latin typeface="Segoe UI Black" pitchFamily="34" charset="0"/>
                <a:ea typeface="Segoe UI Black" pitchFamily="34" charset="-122"/>
                <a:cs typeface="Segoe UI Black" pitchFamily="34" charset="-120"/>
              </a:rPr>
              <a:t>1</a:t>
            </a:r>
            <a:endParaRPr lang="en-US" sz="1680" dirty="0"/>
          </a:p>
        </p:txBody>
      </p:sp>
      <p:sp>
        <p:nvSpPr>
          <p:cNvPr id="19" name="Text 17"/>
          <p:cNvSpPr/>
          <p:nvPr/>
        </p:nvSpPr>
        <p:spPr>
          <a:xfrm>
            <a:off x="960120" y="3108960"/>
            <a:ext cx="2926080" cy="502920"/>
          </a:xfrm>
          <a:prstGeom prst="rect">
            <a:avLst/>
          </a:prstGeom>
          <a:noFill/>
          <a:ln/>
        </p:spPr>
        <p:txBody>
          <a:bodyPr wrap="square" lIns="0" tIns="0" rIns="0" bIns="0" rtlCol="0" anchor="ctr"/>
          <a:lstStyle/>
          <a:p>
            <a:pPr indent="0" marL="0">
              <a:buNone/>
            </a:pPr>
            <a:r>
              <a:rPr lang="en-US" sz="2500" dirty="0">
                <a:solidFill>
                  <a:srgbClr val="FFFFFF"/>
                </a:solidFill>
                <a:latin typeface="Segoe UI Black" pitchFamily="34" charset="0"/>
                <a:ea typeface="Segoe UI Black" pitchFamily="34" charset="-122"/>
                <a:cs typeface="Segoe UI Black" pitchFamily="34" charset="-120"/>
              </a:rPr>
              <a:t>Everyone talks</a:t>
            </a:r>
            <a:endParaRPr lang="en-US" sz="2500" dirty="0"/>
          </a:p>
        </p:txBody>
      </p:sp>
      <p:sp>
        <p:nvSpPr>
          <p:cNvPr id="20" name="Text 18"/>
          <p:cNvSpPr/>
          <p:nvPr/>
        </p:nvSpPr>
        <p:spPr>
          <a:xfrm>
            <a:off x="960120" y="3639312"/>
            <a:ext cx="2926080" cy="960120"/>
          </a:xfrm>
          <a:prstGeom prst="rect">
            <a:avLst/>
          </a:prstGeom>
          <a:noFill/>
          <a:ln/>
        </p:spPr>
        <p:txBody>
          <a:bodyPr wrap="square" lIns="0" tIns="0" rIns="0" bIns="0" rtlCol="0" anchor="t"/>
          <a:lstStyle/>
          <a:p>
            <a:pPr indent="0" marL="0">
              <a:buNone/>
            </a:pPr>
            <a:r>
              <a:rPr lang="en-US" sz="1550" dirty="0">
                <a:solidFill>
                  <a:srgbClr val="FFFFFF"/>
                </a:solidFill>
                <a:latin typeface="Segoe UI" pitchFamily="34" charset="0"/>
                <a:ea typeface="Segoe UI" pitchFamily="34" charset="-122"/>
                <a:cs typeface="Segoe UI" pitchFamily="34" charset="-120"/>
              </a:rPr>
              <a:t>45 seconds to discuss before anyone taps. There is no prize for being fastest.</a:t>
            </a:r>
            <a:endParaRPr lang="en-US" sz="1550" dirty="0"/>
          </a:p>
        </p:txBody>
      </p:sp>
      <p:sp>
        <p:nvSpPr>
          <p:cNvPr id="21" name="Shape 19"/>
          <p:cNvSpPr/>
          <p:nvPr/>
        </p:nvSpPr>
        <p:spPr>
          <a:xfrm>
            <a:off x="960120" y="4681728"/>
            <a:ext cx="2834640" cy="0"/>
          </a:xfrm>
          <a:prstGeom prst="line">
            <a:avLst/>
          </a:prstGeom>
          <a:noFill/>
          <a:ln w="12700">
            <a:solidFill>
              <a:srgbClr val="3A4486"/>
            </a:solidFill>
            <a:prstDash val="solid"/>
          </a:ln>
        </p:spPr>
      </p:sp>
      <p:sp>
        <p:nvSpPr>
          <p:cNvPr id="22" name="Text 20"/>
          <p:cNvSpPr/>
          <p:nvPr/>
        </p:nvSpPr>
        <p:spPr>
          <a:xfrm>
            <a:off x="960120" y="4754880"/>
            <a:ext cx="2926080" cy="457200"/>
          </a:xfrm>
          <a:prstGeom prst="rect">
            <a:avLst/>
          </a:prstGeom>
          <a:noFill/>
          <a:ln/>
        </p:spPr>
        <p:txBody>
          <a:bodyPr wrap="square" lIns="0" tIns="0" rIns="0" bIns="0" rtlCol="0" anchor="ctr"/>
          <a:lstStyle/>
          <a:p>
            <a:pPr indent="0" marL="0">
              <a:buNone/>
            </a:pPr>
            <a:r>
              <a:rPr lang="en-US" sz="1350" b="1" dirty="0">
                <a:solidFill>
                  <a:srgbClr val="FFD54A"/>
                </a:solidFill>
                <a:latin typeface="Segoe UI Semibold" pitchFamily="34" charset="0"/>
                <a:ea typeface="Segoe UI Semibold" pitchFamily="34" charset="-122"/>
                <a:cs typeface="Segoe UI Semibold" pitchFamily="34" charset="-120"/>
              </a:rPr>
              <a:t>You can change your answer until time runs out</a:t>
            </a:r>
            <a:endParaRPr lang="en-US" sz="1350" dirty="0"/>
          </a:p>
        </p:txBody>
      </p:sp>
      <p:sp>
        <p:nvSpPr>
          <p:cNvPr id="23" name="Shape 21"/>
          <p:cNvSpPr/>
          <p:nvPr/>
        </p:nvSpPr>
        <p:spPr>
          <a:xfrm>
            <a:off x="4343400" y="2194560"/>
            <a:ext cx="3474720" cy="3154680"/>
          </a:xfrm>
          <a:prstGeom prst="roundRect">
            <a:avLst>
              <a:gd name="adj" fmla="val 4638"/>
            </a:avLst>
          </a:prstGeom>
          <a:solidFill>
            <a:srgbClr val="1B2350"/>
          </a:solidFill>
          <a:ln w="9525">
            <a:solidFill>
              <a:srgbClr val="3A4486"/>
            </a:solidFill>
            <a:prstDash val="solid"/>
          </a:ln>
        </p:spPr>
      </p:sp>
      <p:sp>
        <p:nvSpPr>
          <p:cNvPr id="24" name="Shape 22"/>
          <p:cNvSpPr/>
          <p:nvPr/>
        </p:nvSpPr>
        <p:spPr>
          <a:xfrm>
            <a:off x="4361688" y="2322576"/>
            <a:ext cx="91440" cy="2898648"/>
          </a:xfrm>
          <a:prstGeom prst="rect">
            <a:avLst/>
          </a:prstGeom>
          <a:solidFill>
            <a:srgbClr val="00E5FF"/>
          </a:solidFill>
          <a:ln w="12700">
            <a:solidFill>
              <a:srgbClr val="00E5FF"/>
            </a:solidFill>
            <a:prstDash val="solid"/>
          </a:ln>
        </p:spPr>
      </p:sp>
      <p:sp>
        <p:nvSpPr>
          <p:cNvPr id="25" name="Shape 23"/>
          <p:cNvSpPr/>
          <p:nvPr/>
        </p:nvSpPr>
        <p:spPr>
          <a:xfrm>
            <a:off x="4663440" y="2468880"/>
            <a:ext cx="512064" cy="512064"/>
          </a:xfrm>
          <a:prstGeom prst="ellipse">
            <a:avLst/>
          </a:prstGeom>
          <a:solidFill>
            <a:srgbClr val="FFD54A"/>
          </a:solidFill>
          <a:ln w="12700">
            <a:solidFill>
              <a:srgbClr val="FFD54A"/>
            </a:solidFill>
            <a:prstDash val="solid"/>
          </a:ln>
        </p:spPr>
      </p:sp>
      <p:sp>
        <p:nvSpPr>
          <p:cNvPr id="26" name="Text 24"/>
          <p:cNvSpPr/>
          <p:nvPr/>
        </p:nvSpPr>
        <p:spPr>
          <a:xfrm>
            <a:off x="4663440" y="2468880"/>
            <a:ext cx="512064" cy="512064"/>
          </a:xfrm>
          <a:prstGeom prst="rect">
            <a:avLst/>
          </a:prstGeom>
          <a:noFill/>
          <a:ln/>
        </p:spPr>
        <p:txBody>
          <a:bodyPr wrap="square" lIns="0" tIns="0" rIns="0" bIns="0" rtlCol="0" anchor="ctr"/>
          <a:lstStyle/>
          <a:p>
            <a:pPr algn="ctr" indent="0" marL="0">
              <a:buNone/>
            </a:pPr>
            <a:r>
              <a:rPr lang="en-US" sz="1680" dirty="0">
                <a:solidFill>
                  <a:srgbClr val="0B1026"/>
                </a:solidFill>
                <a:latin typeface="Segoe UI Black" pitchFamily="34" charset="0"/>
                <a:ea typeface="Segoe UI Black" pitchFamily="34" charset="-122"/>
                <a:cs typeface="Segoe UI Black" pitchFamily="34" charset="-120"/>
              </a:rPr>
              <a:t>2</a:t>
            </a:r>
            <a:endParaRPr lang="en-US" sz="1680" dirty="0"/>
          </a:p>
        </p:txBody>
      </p:sp>
      <p:sp>
        <p:nvSpPr>
          <p:cNvPr id="27" name="Text 25"/>
          <p:cNvSpPr/>
          <p:nvPr/>
        </p:nvSpPr>
        <p:spPr>
          <a:xfrm>
            <a:off x="4663440" y="3108960"/>
            <a:ext cx="2926080" cy="502920"/>
          </a:xfrm>
          <a:prstGeom prst="rect">
            <a:avLst/>
          </a:prstGeom>
          <a:noFill/>
          <a:ln/>
        </p:spPr>
        <p:txBody>
          <a:bodyPr wrap="square" lIns="0" tIns="0" rIns="0" bIns="0" rtlCol="0" anchor="ctr"/>
          <a:lstStyle/>
          <a:p>
            <a:pPr indent="0" marL="0">
              <a:buNone/>
            </a:pPr>
            <a:r>
              <a:rPr lang="en-US" sz="2500" dirty="0">
                <a:solidFill>
                  <a:srgbClr val="FFFFFF"/>
                </a:solidFill>
                <a:latin typeface="Segoe UI Black" pitchFamily="34" charset="0"/>
                <a:ea typeface="Segoe UI Black" pitchFamily="34" charset="-122"/>
                <a:cs typeface="Segoe UI Black" pitchFamily="34" charset="-120"/>
              </a:rPr>
              <a:t>Everyone presents</a:t>
            </a:r>
            <a:endParaRPr lang="en-US" sz="2500" dirty="0"/>
          </a:p>
        </p:txBody>
      </p:sp>
      <p:sp>
        <p:nvSpPr>
          <p:cNvPr id="28" name="Text 26"/>
          <p:cNvSpPr/>
          <p:nvPr/>
        </p:nvSpPr>
        <p:spPr>
          <a:xfrm>
            <a:off x="4663440" y="3639312"/>
            <a:ext cx="2926080" cy="960120"/>
          </a:xfrm>
          <a:prstGeom prst="rect">
            <a:avLst/>
          </a:prstGeom>
          <a:noFill/>
          <a:ln/>
        </p:spPr>
        <p:txBody>
          <a:bodyPr wrap="square" lIns="0" tIns="0" rIns="0" bIns="0" rtlCol="0" anchor="t"/>
          <a:lstStyle/>
          <a:p>
            <a:pPr indent="0" marL="0">
              <a:buNone/>
            </a:pPr>
            <a:r>
              <a:rPr lang="en-US" sz="1550" dirty="0">
                <a:solidFill>
                  <a:srgbClr val="FFFFFF"/>
                </a:solidFill>
                <a:latin typeface="Segoe UI" pitchFamily="34" charset="0"/>
                <a:ea typeface="Segoe UI" pitchFamily="34" charset="-122"/>
                <a:cs typeface="Segoe UI" pitchFamily="34" charset="-120"/>
              </a:rPr>
              <a:t>A spin picks two groups each pitch round. Every group pitches exactly once.</a:t>
            </a:r>
            <a:endParaRPr lang="en-US" sz="1550" dirty="0"/>
          </a:p>
        </p:txBody>
      </p:sp>
      <p:sp>
        <p:nvSpPr>
          <p:cNvPr id="29" name="Shape 27"/>
          <p:cNvSpPr/>
          <p:nvPr/>
        </p:nvSpPr>
        <p:spPr>
          <a:xfrm>
            <a:off x="4663440" y="4681728"/>
            <a:ext cx="2834640" cy="0"/>
          </a:xfrm>
          <a:prstGeom prst="line">
            <a:avLst/>
          </a:prstGeom>
          <a:noFill/>
          <a:ln w="12700">
            <a:solidFill>
              <a:srgbClr val="3A4486"/>
            </a:solidFill>
            <a:prstDash val="solid"/>
          </a:ln>
        </p:spPr>
      </p:sp>
      <p:sp>
        <p:nvSpPr>
          <p:cNvPr id="30" name="Text 28"/>
          <p:cNvSpPr/>
          <p:nvPr/>
        </p:nvSpPr>
        <p:spPr>
          <a:xfrm>
            <a:off x="4663440" y="4754880"/>
            <a:ext cx="2926080" cy="457200"/>
          </a:xfrm>
          <a:prstGeom prst="rect">
            <a:avLst/>
          </a:prstGeom>
          <a:noFill/>
          <a:ln/>
        </p:spPr>
        <p:txBody>
          <a:bodyPr wrap="square" lIns="0" tIns="0" rIns="0" bIns="0" rtlCol="0" anchor="ctr"/>
          <a:lstStyle/>
          <a:p>
            <a:pPr indent="0" marL="0">
              <a:buNone/>
            </a:pPr>
            <a:r>
              <a:rPr lang="en-US" sz="1350" b="1" dirty="0">
                <a:solidFill>
                  <a:srgbClr val="FFD54A"/>
                </a:solidFill>
                <a:latin typeface="Segoe UI Semibold" pitchFamily="34" charset="0"/>
                <a:ea typeface="Segoe UI Semibold" pitchFamily="34" charset="-122"/>
                <a:cs typeface="Segoe UI Semibold" pitchFamily="34" charset="-120"/>
              </a:rPr>
              <a:t>Your group chooses its own speaker</a:t>
            </a:r>
            <a:endParaRPr lang="en-US" sz="1350" dirty="0"/>
          </a:p>
        </p:txBody>
      </p:sp>
      <p:sp>
        <p:nvSpPr>
          <p:cNvPr id="31" name="Shape 29"/>
          <p:cNvSpPr/>
          <p:nvPr/>
        </p:nvSpPr>
        <p:spPr>
          <a:xfrm>
            <a:off x="8046720" y="2194560"/>
            <a:ext cx="3474720" cy="3154680"/>
          </a:xfrm>
          <a:prstGeom prst="roundRect">
            <a:avLst>
              <a:gd name="adj" fmla="val 4638"/>
            </a:avLst>
          </a:prstGeom>
          <a:solidFill>
            <a:srgbClr val="1B2350"/>
          </a:solidFill>
          <a:ln w="9525">
            <a:solidFill>
              <a:srgbClr val="3A4486"/>
            </a:solidFill>
            <a:prstDash val="solid"/>
          </a:ln>
        </p:spPr>
      </p:sp>
      <p:sp>
        <p:nvSpPr>
          <p:cNvPr id="32" name="Shape 30"/>
          <p:cNvSpPr/>
          <p:nvPr/>
        </p:nvSpPr>
        <p:spPr>
          <a:xfrm>
            <a:off x="8065008" y="2322576"/>
            <a:ext cx="91440" cy="2898648"/>
          </a:xfrm>
          <a:prstGeom prst="rect">
            <a:avLst/>
          </a:prstGeom>
          <a:solidFill>
            <a:srgbClr val="F472B6"/>
          </a:solidFill>
          <a:ln w="12700">
            <a:solidFill>
              <a:srgbClr val="F472B6"/>
            </a:solidFill>
            <a:prstDash val="solid"/>
          </a:ln>
        </p:spPr>
      </p:sp>
      <p:sp>
        <p:nvSpPr>
          <p:cNvPr id="33" name="Shape 31"/>
          <p:cNvSpPr/>
          <p:nvPr/>
        </p:nvSpPr>
        <p:spPr>
          <a:xfrm>
            <a:off x="8366760" y="2468880"/>
            <a:ext cx="512064" cy="512064"/>
          </a:xfrm>
          <a:prstGeom prst="ellipse">
            <a:avLst/>
          </a:prstGeom>
          <a:solidFill>
            <a:srgbClr val="FFD54A"/>
          </a:solidFill>
          <a:ln w="12700">
            <a:solidFill>
              <a:srgbClr val="FFD54A"/>
            </a:solidFill>
            <a:prstDash val="solid"/>
          </a:ln>
        </p:spPr>
      </p:sp>
      <p:sp>
        <p:nvSpPr>
          <p:cNvPr id="34" name="Text 32"/>
          <p:cNvSpPr/>
          <p:nvPr/>
        </p:nvSpPr>
        <p:spPr>
          <a:xfrm>
            <a:off x="8366760" y="2468880"/>
            <a:ext cx="512064" cy="512064"/>
          </a:xfrm>
          <a:prstGeom prst="rect">
            <a:avLst/>
          </a:prstGeom>
          <a:noFill/>
          <a:ln/>
        </p:spPr>
        <p:txBody>
          <a:bodyPr wrap="square" lIns="0" tIns="0" rIns="0" bIns="0" rtlCol="0" anchor="ctr"/>
          <a:lstStyle/>
          <a:p>
            <a:pPr algn="ctr" indent="0" marL="0">
              <a:buNone/>
            </a:pPr>
            <a:r>
              <a:rPr lang="en-US" sz="1680" dirty="0">
                <a:solidFill>
                  <a:srgbClr val="0B1026"/>
                </a:solidFill>
                <a:latin typeface="Segoe UI Black" pitchFamily="34" charset="0"/>
                <a:ea typeface="Segoe UI Black" pitchFamily="34" charset="-122"/>
                <a:cs typeface="Segoe UI Black" pitchFamily="34" charset="-120"/>
              </a:rPr>
              <a:t>3</a:t>
            </a:r>
            <a:endParaRPr lang="en-US" sz="1680" dirty="0"/>
          </a:p>
        </p:txBody>
      </p:sp>
      <p:sp>
        <p:nvSpPr>
          <p:cNvPr id="35" name="Text 33"/>
          <p:cNvSpPr/>
          <p:nvPr/>
        </p:nvSpPr>
        <p:spPr>
          <a:xfrm>
            <a:off x="8366760" y="3108960"/>
            <a:ext cx="2926080" cy="502920"/>
          </a:xfrm>
          <a:prstGeom prst="rect">
            <a:avLst/>
          </a:prstGeom>
          <a:noFill/>
          <a:ln/>
        </p:spPr>
        <p:txBody>
          <a:bodyPr wrap="square" lIns="0" tIns="0" rIns="0" bIns="0" rtlCol="0" anchor="ctr"/>
          <a:lstStyle/>
          <a:p>
            <a:pPr indent="0" marL="0">
              <a:buNone/>
            </a:pPr>
            <a:r>
              <a:rPr lang="en-US" sz="2500" dirty="0">
                <a:solidFill>
                  <a:srgbClr val="FFFFFF"/>
                </a:solidFill>
                <a:latin typeface="Segoe UI Black" pitchFamily="34" charset="0"/>
                <a:ea typeface="Segoe UI Black" pitchFamily="34" charset="-122"/>
                <a:cs typeface="Segoe UI Black" pitchFamily="34" charset="-120"/>
              </a:rPr>
              <a:t>Everyone assesses</a:t>
            </a:r>
            <a:endParaRPr lang="en-US" sz="2500" dirty="0"/>
          </a:p>
        </p:txBody>
      </p:sp>
      <p:sp>
        <p:nvSpPr>
          <p:cNvPr id="36" name="Text 34"/>
          <p:cNvSpPr/>
          <p:nvPr/>
        </p:nvSpPr>
        <p:spPr>
          <a:xfrm>
            <a:off x="8366760" y="3639312"/>
            <a:ext cx="2926080" cy="960120"/>
          </a:xfrm>
          <a:prstGeom prst="rect">
            <a:avLst/>
          </a:prstGeom>
          <a:noFill/>
          <a:ln/>
        </p:spPr>
        <p:txBody>
          <a:bodyPr wrap="square" lIns="0" tIns="0" rIns="0" bIns="0" rtlCol="0" anchor="t"/>
          <a:lstStyle/>
          <a:p>
            <a:pPr indent="0" marL="0">
              <a:buNone/>
            </a:pPr>
            <a:r>
              <a:rPr lang="en-US" sz="1550" dirty="0">
                <a:solidFill>
                  <a:srgbClr val="FFFFFF"/>
                </a:solidFill>
                <a:latin typeface="Segoe UI" pitchFamily="34" charset="0"/>
                <a:ea typeface="Segoe UI" pitchFamily="34" charset="-122"/>
                <a:cs typeface="Segoe UI" pitchFamily="34" charset="-120"/>
              </a:rPr>
              <a:t>You mark each pitch on three criteria, the same way your own talks are marked.</a:t>
            </a:r>
            <a:endParaRPr lang="en-US" sz="1550" dirty="0"/>
          </a:p>
        </p:txBody>
      </p:sp>
      <p:sp>
        <p:nvSpPr>
          <p:cNvPr id="37" name="Shape 35"/>
          <p:cNvSpPr/>
          <p:nvPr/>
        </p:nvSpPr>
        <p:spPr>
          <a:xfrm>
            <a:off x="8366760" y="4681728"/>
            <a:ext cx="2834640" cy="0"/>
          </a:xfrm>
          <a:prstGeom prst="line">
            <a:avLst/>
          </a:prstGeom>
          <a:noFill/>
          <a:ln w="12700">
            <a:solidFill>
              <a:srgbClr val="3A4486"/>
            </a:solidFill>
            <a:prstDash val="solid"/>
          </a:ln>
        </p:spPr>
      </p:sp>
      <p:sp>
        <p:nvSpPr>
          <p:cNvPr id="38" name="Text 36"/>
          <p:cNvSpPr/>
          <p:nvPr/>
        </p:nvSpPr>
        <p:spPr>
          <a:xfrm>
            <a:off x="8366760" y="4754880"/>
            <a:ext cx="2926080" cy="457200"/>
          </a:xfrm>
          <a:prstGeom prst="rect">
            <a:avLst/>
          </a:prstGeom>
          <a:noFill/>
          <a:ln/>
        </p:spPr>
        <p:txBody>
          <a:bodyPr wrap="square" lIns="0" tIns="0" rIns="0" bIns="0" rtlCol="0" anchor="ctr"/>
          <a:lstStyle/>
          <a:p>
            <a:pPr indent="0" marL="0">
              <a:buNone/>
            </a:pPr>
            <a:r>
              <a:rPr lang="en-US" sz="1350" b="1" dirty="0">
                <a:solidFill>
                  <a:srgbClr val="FFD54A"/>
                </a:solidFill>
                <a:latin typeface="Segoe UI Semibold" pitchFamily="34" charset="0"/>
                <a:ea typeface="Segoe UI Semibold" pitchFamily="34" charset="-122"/>
                <a:cs typeface="Segoe UI Semibold" pitchFamily="34" charset="-120"/>
              </a:rPr>
              <a:t>Hook  ·  Clarity  ·  Confidence</a:t>
            </a:r>
            <a:endParaRPr lang="en-US" sz="1350" dirty="0"/>
          </a:p>
        </p:txBody>
      </p:sp>
      <p:sp>
        <p:nvSpPr>
          <p:cNvPr id="39" name="Shape 37"/>
          <p:cNvSpPr/>
          <p:nvPr/>
        </p:nvSpPr>
        <p:spPr>
          <a:xfrm>
            <a:off x="640080" y="5532120"/>
            <a:ext cx="10881360" cy="548640"/>
          </a:xfrm>
          <a:prstGeom prst="roundRect">
            <a:avLst>
              <a:gd name="adj" fmla="val 50000"/>
            </a:avLst>
          </a:prstGeom>
          <a:solidFill>
            <a:srgbClr val="FFD54A"/>
          </a:solidFill>
          <a:ln w="12700">
            <a:solidFill>
              <a:srgbClr val="FFD54A"/>
            </a:solidFill>
            <a:prstDash val="solid"/>
          </a:ln>
        </p:spPr>
      </p:sp>
      <p:sp>
        <p:nvSpPr>
          <p:cNvPr id="40" name="Text 38"/>
          <p:cNvSpPr/>
          <p:nvPr/>
        </p:nvSpPr>
        <p:spPr>
          <a:xfrm>
            <a:off x="640080" y="5532120"/>
            <a:ext cx="10881360" cy="548640"/>
          </a:xfrm>
          <a:prstGeom prst="rect">
            <a:avLst/>
          </a:prstGeom>
          <a:noFill/>
          <a:ln/>
        </p:spPr>
        <p:txBody>
          <a:bodyPr wrap="square" lIns="0" tIns="0" rIns="0" bIns="0" rtlCol="0" anchor="ctr"/>
          <a:lstStyle/>
          <a:p>
            <a:pPr algn="ctr" indent="0" marL="0">
              <a:buNone/>
            </a:pPr>
            <a:r>
              <a:rPr lang="en-US" sz="1800" b="1" dirty="0">
                <a:solidFill>
                  <a:srgbClr val="0B1026"/>
                </a:solidFill>
                <a:latin typeface="Segoe UI Semibold" pitchFamily="34" charset="0"/>
                <a:ea typeface="Segoe UI Semibold" pitchFamily="34" charset="-122"/>
                <a:cs typeface="Segoe UI Semibold" pitchFamily="34" charset="-120"/>
              </a:rPr>
              <a:t>Our job: </a:t>
            </a:r>
            <a:pPr algn="ctr" indent="0" marL="0">
              <a:buNone/>
            </a:pPr>
            <a:r>
              <a:rPr lang="en-US" sz="1800" dirty="0">
                <a:solidFill>
                  <a:srgbClr val="0B1026"/>
                </a:solidFill>
                <a:latin typeface="Segoe UI Semibold" pitchFamily="34" charset="0"/>
                <a:ea typeface="Segoe UI Semibold" pitchFamily="34" charset="-122"/>
                <a:cs typeface="Segoe UI Semibold" pitchFamily="34" charset="-120"/>
              </a:rPr>
              <a:t>ask, listen, keep time.     </a:t>
            </a:r>
            <a:pPr algn="ctr" indent="0" marL="0">
              <a:buNone/>
            </a:pPr>
            <a:r>
              <a:rPr lang="en-US" sz="1800" b="1" dirty="0">
                <a:solidFill>
                  <a:srgbClr val="0B1026"/>
                </a:solidFill>
                <a:latin typeface="Segoe UI Semibold" pitchFamily="34" charset="0"/>
                <a:ea typeface="Segoe UI Semibold" pitchFamily="34" charset="-122"/>
                <a:cs typeface="Segoe UI Semibold" pitchFamily="34" charset="-120"/>
              </a:rPr>
              <a:t>Your job: </a:t>
            </a:r>
            <a:pPr algn="ctr" indent="0" marL="0">
              <a:buNone/>
            </a:pPr>
            <a:r>
              <a:rPr lang="en-US" sz="1800" dirty="0">
                <a:solidFill>
                  <a:srgbClr val="0B1026"/>
                </a:solidFill>
                <a:latin typeface="Segoe UI Semibold" pitchFamily="34" charset="0"/>
                <a:ea typeface="Segoe UI Semibold" pitchFamily="34" charset="-122"/>
                <a:cs typeface="Segoe UI Semibold" pitchFamily="34" charset="-120"/>
              </a:rPr>
              <a:t>think out loud.</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026"/>
        </a:solidFill>
      </p:bgPr>
    </p:bg>
    <p:spTree>
      <p:nvGrpSpPr>
        <p:cNvPr id="1" name=""/>
        <p:cNvGrpSpPr/>
        <p:nvPr/>
      </p:nvGrpSpPr>
      <p:grpSpPr>
        <a:xfrm>
          <a:off x="0" y="0"/>
          <a:ext cx="0" cy="0"/>
          <a:chOff x="0" y="0"/>
          <a:chExt cx="0" cy="0"/>
        </a:xfrm>
      </p:grpSpPr>
      <p:sp>
        <p:nvSpPr>
          <p:cNvPr id="2" name="Shape 0"/>
          <p:cNvSpPr/>
          <p:nvPr/>
        </p:nvSpPr>
        <p:spPr>
          <a:xfrm>
            <a:off x="9326880" y="-2011680"/>
            <a:ext cx="4754880" cy="4754880"/>
          </a:xfrm>
          <a:prstGeom prst="ellipse">
            <a:avLst/>
          </a:prstGeom>
          <a:solidFill>
            <a:srgbClr val="151C47"/>
          </a:solidFill>
          <a:ln w="12700">
            <a:solidFill>
              <a:srgbClr val="151C47"/>
            </a:solidFill>
            <a:prstDash val="solid"/>
          </a:ln>
        </p:spPr>
      </p:sp>
      <p:sp>
        <p:nvSpPr>
          <p:cNvPr id="3" name="Shape 1"/>
          <p:cNvSpPr/>
          <p:nvPr/>
        </p:nvSpPr>
        <p:spPr>
          <a:xfrm>
            <a:off x="-1463040" y="4937760"/>
            <a:ext cx="3840480" cy="3840480"/>
          </a:xfrm>
          <a:prstGeom prst="ellipse">
            <a:avLst/>
          </a:prstGeom>
          <a:solidFill>
            <a:srgbClr val="17153F"/>
          </a:solidFill>
          <a:ln w="12700">
            <a:solidFill>
              <a:srgbClr val="17153F"/>
            </a:solidFill>
            <a:prstDash val="solid"/>
          </a:ln>
        </p:spPr>
      </p:sp>
      <p:sp>
        <p:nvSpPr>
          <p:cNvPr id="4" name="Text 2"/>
          <p:cNvSpPr/>
          <p:nvPr/>
        </p:nvSpPr>
        <p:spPr>
          <a:xfrm>
            <a:off x="640080" y="411480"/>
            <a:ext cx="8229600" cy="320040"/>
          </a:xfrm>
          <a:prstGeom prst="rect">
            <a:avLst/>
          </a:prstGeom>
          <a:noFill/>
          <a:ln/>
        </p:spPr>
        <p:txBody>
          <a:bodyPr wrap="square" lIns="0" tIns="0" rIns="0" bIns="0" rtlCol="0" anchor="ctr"/>
          <a:lstStyle/>
          <a:p>
            <a:pPr indent="0" marL="0">
              <a:buNone/>
            </a:pPr>
            <a:r>
              <a:rPr lang="en-US" sz="1300" b="1" spc="400" kern="0" dirty="0">
                <a:solidFill>
                  <a:srgbClr val="FFD54A"/>
                </a:solidFill>
                <a:latin typeface="Segoe UI Semibold" pitchFamily="34" charset="0"/>
                <a:ea typeface="Segoe UI Semibold" pitchFamily="34" charset="-122"/>
                <a:cs typeface="Segoe UI Semibold" pitchFamily="34" charset="-120"/>
              </a:rPr>
              <a:t>WHAT YOU'LL LEAVE WITH</a:t>
            </a:r>
            <a:endParaRPr lang="en-US" sz="1300" dirty="0"/>
          </a:p>
        </p:txBody>
      </p:sp>
      <p:sp>
        <p:nvSpPr>
          <p:cNvPr id="5" name="Shape 3"/>
          <p:cNvSpPr/>
          <p:nvPr/>
        </p:nvSpPr>
        <p:spPr>
          <a:xfrm>
            <a:off x="640080" y="6382512"/>
            <a:ext cx="164592" cy="164592"/>
          </a:xfrm>
          <a:prstGeom prst="ellipse">
            <a:avLst/>
          </a:prstGeom>
          <a:solidFill>
            <a:srgbClr val="FFC21A"/>
          </a:solidFill>
          <a:ln w="12700">
            <a:solidFill>
              <a:srgbClr val="0B1026"/>
            </a:solidFill>
            <a:prstDash val="solid"/>
          </a:ln>
        </p:spPr>
      </p:sp>
      <p:sp>
        <p:nvSpPr>
          <p:cNvPr id="6" name="Shape 4"/>
          <p:cNvSpPr/>
          <p:nvPr/>
        </p:nvSpPr>
        <p:spPr>
          <a:xfrm>
            <a:off x="877824" y="6382512"/>
            <a:ext cx="164592" cy="164592"/>
          </a:xfrm>
          <a:prstGeom prst="ellipse">
            <a:avLst/>
          </a:prstGeom>
          <a:solidFill>
            <a:srgbClr val="8B5CF6"/>
          </a:solidFill>
          <a:ln w="12700">
            <a:solidFill>
              <a:srgbClr val="0B1026"/>
            </a:solidFill>
            <a:prstDash val="solid"/>
          </a:ln>
        </p:spPr>
      </p:sp>
      <p:sp>
        <p:nvSpPr>
          <p:cNvPr id="7" name="Shape 5"/>
          <p:cNvSpPr/>
          <p:nvPr/>
        </p:nvSpPr>
        <p:spPr>
          <a:xfrm>
            <a:off x="1115568" y="6382512"/>
            <a:ext cx="164592" cy="164592"/>
          </a:xfrm>
          <a:prstGeom prst="ellipse">
            <a:avLst/>
          </a:prstGeom>
          <a:solidFill>
            <a:srgbClr val="00E5FF"/>
          </a:solidFill>
          <a:ln w="12700">
            <a:solidFill>
              <a:srgbClr val="0B1026"/>
            </a:solidFill>
            <a:prstDash val="solid"/>
          </a:ln>
        </p:spPr>
      </p:sp>
      <p:sp>
        <p:nvSpPr>
          <p:cNvPr id="8" name="Shape 6"/>
          <p:cNvSpPr/>
          <p:nvPr/>
        </p:nvSpPr>
        <p:spPr>
          <a:xfrm>
            <a:off x="1353312" y="6382512"/>
            <a:ext cx="164592" cy="164592"/>
          </a:xfrm>
          <a:prstGeom prst="ellipse">
            <a:avLst/>
          </a:prstGeom>
          <a:solidFill>
            <a:srgbClr val="DC2626"/>
          </a:solidFill>
          <a:ln w="12700">
            <a:solidFill>
              <a:srgbClr val="0B1026"/>
            </a:solidFill>
            <a:prstDash val="solid"/>
          </a:ln>
        </p:spPr>
      </p:sp>
      <p:sp>
        <p:nvSpPr>
          <p:cNvPr id="9" name="Shape 7"/>
          <p:cNvSpPr/>
          <p:nvPr/>
        </p:nvSpPr>
        <p:spPr>
          <a:xfrm>
            <a:off x="1591056" y="6382512"/>
            <a:ext cx="164592" cy="164592"/>
          </a:xfrm>
          <a:prstGeom prst="ellipse">
            <a:avLst/>
          </a:prstGeom>
          <a:solidFill>
            <a:srgbClr val="0F766E"/>
          </a:solidFill>
          <a:ln w="12700">
            <a:solidFill>
              <a:srgbClr val="0B1026"/>
            </a:solidFill>
            <a:prstDash val="solid"/>
          </a:ln>
        </p:spPr>
      </p:sp>
      <p:sp>
        <p:nvSpPr>
          <p:cNvPr id="10" name="Shape 8"/>
          <p:cNvSpPr/>
          <p:nvPr/>
        </p:nvSpPr>
        <p:spPr>
          <a:xfrm>
            <a:off x="1828800" y="6382512"/>
            <a:ext cx="164592" cy="164592"/>
          </a:xfrm>
          <a:prstGeom prst="ellipse">
            <a:avLst/>
          </a:prstGeom>
          <a:solidFill>
            <a:srgbClr val="F472B6"/>
          </a:solidFill>
          <a:ln w="12700">
            <a:solidFill>
              <a:srgbClr val="0B1026"/>
            </a:solidFill>
            <a:prstDash val="solid"/>
          </a:ln>
        </p:spPr>
      </p:sp>
      <p:sp>
        <p:nvSpPr>
          <p:cNvPr id="11" name="Text 9"/>
          <p:cNvSpPr/>
          <p:nvPr/>
        </p:nvSpPr>
        <p:spPr>
          <a:xfrm>
            <a:off x="2194560" y="6309360"/>
            <a:ext cx="6400800" cy="310896"/>
          </a:xfrm>
          <a:prstGeom prst="rect">
            <a:avLst/>
          </a:prstGeom>
          <a:noFill/>
          <a:ln/>
        </p:spPr>
        <p:txBody>
          <a:bodyPr wrap="square" lIns="0" tIns="0" rIns="0" bIns="0" rtlCol="0" anchor="ctr"/>
          <a:lstStyle/>
          <a:p>
            <a:pPr indent="0" marL="0">
              <a:buNone/>
            </a:pPr>
            <a:r>
              <a:rPr lang="en-US" sz="1050" dirty="0">
                <a:solidFill>
                  <a:srgbClr val="B8C0E0"/>
                </a:solidFill>
                <a:latin typeface="Segoe UI" pitchFamily="34" charset="0"/>
                <a:ea typeface="Segoe UI" pitchFamily="34" charset="-122"/>
                <a:cs typeface="Segoe UI" pitchFamily="34" charset="-120"/>
              </a:rPr>
              <a:t>GSOE9010 · Week 5 · Presentation Skills · Activity 3</a:t>
            </a:r>
            <a:endParaRPr lang="en-US" sz="1050" dirty="0"/>
          </a:p>
        </p:txBody>
      </p:sp>
      <p:sp>
        <p:nvSpPr>
          <p:cNvPr id="12" name="Text 10"/>
          <p:cNvSpPr/>
          <p:nvPr/>
        </p:nvSpPr>
        <p:spPr>
          <a:xfrm>
            <a:off x="10607040" y="6309360"/>
            <a:ext cx="960120" cy="310896"/>
          </a:xfrm>
          <a:prstGeom prst="rect">
            <a:avLst/>
          </a:prstGeom>
          <a:noFill/>
          <a:ln/>
        </p:spPr>
        <p:txBody>
          <a:bodyPr wrap="square" lIns="0" tIns="0" rIns="0" bIns="0" rtlCol="0" anchor="ctr"/>
          <a:lstStyle/>
          <a:p>
            <a:pPr algn="r" indent="0" marL="0">
              <a:buNone/>
            </a:pPr>
            <a:r>
              <a:rPr lang="en-US" sz="1050" dirty="0">
                <a:solidFill>
                  <a:srgbClr val="B8C0E0"/>
                </a:solidFill>
                <a:latin typeface="Segoe UI Semibold" pitchFamily="34" charset="0"/>
                <a:ea typeface="Segoe UI Semibold" pitchFamily="34" charset="-122"/>
                <a:cs typeface="Segoe UI Semibold" pitchFamily="34" charset="-120"/>
              </a:rPr>
              <a:t>3 / 5</a:t>
            </a:r>
            <a:endParaRPr lang="en-US" sz="1050" dirty="0"/>
          </a:p>
        </p:txBody>
      </p:sp>
      <p:sp>
        <p:nvSpPr>
          <p:cNvPr id="13" name="Text 11"/>
          <p:cNvSpPr/>
          <p:nvPr/>
        </p:nvSpPr>
        <p:spPr>
          <a:xfrm>
            <a:off x="640080" y="777240"/>
            <a:ext cx="10881360" cy="914400"/>
          </a:xfrm>
          <a:prstGeom prst="rect">
            <a:avLst/>
          </a:prstGeom>
          <a:noFill/>
          <a:ln/>
        </p:spPr>
        <p:txBody>
          <a:bodyPr wrap="square" lIns="0" tIns="0" rIns="0" bIns="0" rtlCol="0" anchor="t"/>
          <a:lstStyle/>
          <a:p>
            <a:pPr indent="0" marL="0">
              <a:buNone/>
            </a:pPr>
            <a:r>
              <a:rPr lang="en-US" sz="3600" dirty="0">
                <a:solidFill>
                  <a:srgbClr val="FFFFFF"/>
                </a:solidFill>
                <a:latin typeface="Segoe UI Black" pitchFamily="34" charset="0"/>
                <a:ea typeface="Segoe UI Black" pitchFamily="34" charset="-122"/>
                <a:cs typeface="Segoe UI Black" pitchFamily="34" charset="-120"/>
              </a:rPr>
              <a:t>By the end of 15 minutes you can…</a:t>
            </a:r>
            <a:endParaRPr lang="en-US" sz="3600" dirty="0"/>
          </a:p>
        </p:txBody>
      </p:sp>
      <p:sp>
        <p:nvSpPr>
          <p:cNvPr id="14" name="Shape 12"/>
          <p:cNvSpPr/>
          <p:nvPr/>
        </p:nvSpPr>
        <p:spPr>
          <a:xfrm>
            <a:off x="640080" y="1874520"/>
            <a:ext cx="5760720" cy="1042416"/>
          </a:xfrm>
          <a:prstGeom prst="roundRect">
            <a:avLst>
              <a:gd name="adj" fmla="val 14035"/>
            </a:avLst>
          </a:prstGeom>
          <a:solidFill>
            <a:srgbClr val="1B2350"/>
          </a:solidFill>
          <a:ln w="9525">
            <a:solidFill>
              <a:srgbClr val="3A4486"/>
            </a:solidFill>
            <a:prstDash val="solid"/>
          </a:ln>
        </p:spPr>
      </p:sp>
      <p:sp>
        <p:nvSpPr>
          <p:cNvPr id="15" name="Shape 13"/>
          <p:cNvSpPr/>
          <p:nvPr/>
        </p:nvSpPr>
        <p:spPr>
          <a:xfrm>
            <a:off x="868680" y="2139696"/>
            <a:ext cx="512064" cy="512064"/>
          </a:xfrm>
          <a:prstGeom prst="ellipse">
            <a:avLst/>
          </a:prstGeom>
          <a:solidFill>
            <a:srgbClr val="FFD54A"/>
          </a:solidFill>
          <a:ln w="12700">
            <a:solidFill>
              <a:srgbClr val="FFD54A"/>
            </a:solidFill>
            <a:prstDash val="solid"/>
          </a:ln>
        </p:spPr>
      </p:sp>
      <p:sp>
        <p:nvSpPr>
          <p:cNvPr id="16" name="Text 14"/>
          <p:cNvSpPr/>
          <p:nvPr/>
        </p:nvSpPr>
        <p:spPr>
          <a:xfrm>
            <a:off x="868680" y="2139696"/>
            <a:ext cx="512064" cy="512064"/>
          </a:xfrm>
          <a:prstGeom prst="rect">
            <a:avLst/>
          </a:prstGeom>
          <a:noFill/>
          <a:ln/>
        </p:spPr>
        <p:txBody>
          <a:bodyPr wrap="square" lIns="0" tIns="0" rIns="0" bIns="0" rtlCol="0" anchor="ctr"/>
          <a:lstStyle/>
          <a:p>
            <a:pPr algn="ctr" indent="0" marL="0">
              <a:buNone/>
            </a:pPr>
            <a:r>
              <a:rPr lang="en-US" sz="1680" dirty="0">
                <a:solidFill>
                  <a:srgbClr val="0B1026"/>
                </a:solidFill>
                <a:latin typeface="Segoe UI Black" pitchFamily="34" charset="0"/>
                <a:ea typeface="Segoe UI Black" pitchFamily="34" charset="-122"/>
                <a:cs typeface="Segoe UI Black" pitchFamily="34" charset="-120"/>
              </a:rPr>
              <a:t>1</a:t>
            </a:r>
            <a:endParaRPr lang="en-US" sz="1680" dirty="0"/>
          </a:p>
        </p:txBody>
      </p:sp>
      <p:sp>
        <p:nvSpPr>
          <p:cNvPr id="17" name="Text 15"/>
          <p:cNvSpPr/>
          <p:nvPr/>
        </p:nvSpPr>
        <p:spPr>
          <a:xfrm>
            <a:off x="1600200" y="1947672"/>
            <a:ext cx="4663440" cy="896112"/>
          </a:xfrm>
          <a:prstGeom prst="rect">
            <a:avLst/>
          </a:prstGeom>
          <a:noFill/>
          <a:ln/>
        </p:spPr>
        <p:txBody>
          <a:bodyPr wrap="square" lIns="0" tIns="0" rIns="0" bIns="0" rtlCol="0" anchor="ctr"/>
          <a:lstStyle/>
          <a:p>
            <a:pPr indent="0" marL="0">
              <a:buNone/>
            </a:pPr>
            <a:r>
              <a:rPr lang="en-US" sz="1900" dirty="0">
                <a:solidFill>
                  <a:srgbClr val="FFFFFF"/>
                </a:solidFill>
                <a:latin typeface="Segoe UI Black" pitchFamily="34" charset="0"/>
                <a:ea typeface="Segoe UI Black" pitchFamily="34" charset="-122"/>
                <a:cs typeface="Segoe UI Black" pitchFamily="34" charset="-120"/>
              </a:rPr>
              <a:t>Spot the stronger technique</a:t>
            </a:r>
            <a:endParaRPr lang="en-US" sz="1900" dirty="0"/>
          </a:p>
          <a:p>
            <a:pPr indent="0" marL="0">
              <a:buNone/>
            </a:pPr>
            <a:r>
              <a:rPr lang="en-US" sz="1450" dirty="0">
                <a:solidFill>
                  <a:srgbClr val="B8C0E0"/>
                </a:solidFill>
                <a:latin typeface="Segoe UI" pitchFamily="34" charset="0"/>
                <a:ea typeface="Segoe UI" pitchFamily="34" charset="-122"/>
                <a:cs typeface="Segoe UI" pitchFamily="34" charset="-120"/>
              </a:rPr>
              <a:t>in a real presenting situation, and say why.</a:t>
            </a:r>
            <a:endParaRPr lang="en-US" sz="1900" dirty="0"/>
          </a:p>
        </p:txBody>
      </p:sp>
      <p:sp>
        <p:nvSpPr>
          <p:cNvPr id="18" name="Shape 16"/>
          <p:cNvSpPr/>
          <p:nvPr/>
        </p:nvSpPr>
        <p:spPr>
          <a:xfrm>
            <a:off x="640080" y="3081528"/>
            <a:ext cx="5760720" cy="1042416"/>
          </a:xfrm>
          <a:prstGeom prst="roundRect">
            <a:avLst>
              <a:gd name="adj" fmla="val 14035"/>
            </a:avLst>
          </a:prstGeom>
          <a:solidFill>
            <a:srgbClr val="1B2350"/>
          </a:solidFill>
          <a:ln w="9525">
            <a:solidFill>
              <a:srgbClr val="3A4486"/>
            </a:solidFill>
            <a:prstDash val="solid"/>
          </a:ln>
        </p:spPr>
      </p:sp>
      <p:sp>
        <p:nvSpPr>
          <p:cNvPr id="19" name="Shape 17"/>
          <p:cNvSpPr/>
          <p:nvPr/>
        </p:nvSpPr>
        <p:spPr>
          <a:xfrm>
            <a:off x="868680" y="3346704"/>
            <a:ext cx="512064" cy="512064"/>
          </a:xfrm>
          <a:prstGeom prst="ellipse">
            <a:avLst/>
          </a:prstGeom>
          <a:solidFill>
            <a:srgbClr val="FFD54A"/>
          </a:solidFill>
          <a:ln w="12700">
            <a:solidFill>
              <a:srgbClr val="FFD54A"/>
            </a:solidFill>
            <a:prstDash val="solid"/>
          </a:ln>
        </p:spPr>
      </p:sp>
      <p:sp>
        <p:nvSpPr>
          <p:cNvPr id="20" name="Text 18"/>
          <p:cNvSpPr/>
          <p:nvPr/>
        </p:nvSpPr>
        <p:spPr>
          <a:xfrm>
            <a:off x="868680" y="3346704"/>
            <a:ext cx="512064" cy="512064"/>
          </a:xfrm>
          <a:prstGeom prst="rect">
            <a:avLst/>
          </a:prstGeom>
          <a:noFill/>
          <a:ln/>
        </p:spPr>
        <p:txBody>
          <a:bodyPr wrap="square" lIns="0" tIns="0" rIns="0" bIns="0" rtlCol="0" anchor="ctr"/>
          <a:lstStyle/>
          <a:p>
            <a:pPr algn="ctr" indent="0" marL="0">
              <a:buNone/>
            </a:pPr>
            <a:r>
              <a:rPr lang="en-US" sz="1680" dirty="0">
                <a:solidFill>
                  <a:srgbClr val="0B1026"/>
                </a:solidFill>
                <a:latin typeface="Segoe UI Black" pitchFamily="34" charset="0"/>
                <a:ea typeface="Segoe UI Black" pitchFamily="34" charset="-122"/>
                <a:cs typeface="Segoe UI Black" pitchFamily="34" charset="-120"/>
              </a:rPr>
              <a:t>2</a:t>
            </a:r>
            <a:endParaRPr lang="en-US" sz="1680" dirty="0"/>
          </a:p>
        </p:txBody>
      </p:sp>
      <p:sp>
        <p:nvSpPr>
          <p:cNvPr id="21" name="Text 19"/>
          <p:cNvSpPr/>
          <p:nvPr/>
        </p:nvSpPr>
        <p:spPr>
          <a:xfrm>
            <a:off x="1600200" y="3154680"/>
            <a:ext cx="4663440" cy="896112"/>
          </a:xfrm>
          <a:prstGeom prst="rect">
            <a:avLst/>
          </a:prstGeom>
          <a:noFill/>
          <a:ln/>
        </p:spPr>
        <p:txBody>
          <a:bodyPr wrap="square" lIns="0" tIns="0" rIns="0" bIns="0" rtlCol="0" anchor="ctr"/>
          <a:lstStyle/>
          <a:p>
            <a:pPr indent="0" marL="0">
              <a:buNone/>
            </a:pPr>
            <a:r>
              <a:rPr lang="en-US" sz="1900" dirty="0">
                <a:solidFill>
                  <a:srgbClr val="FFFFFF"/>
                </a:solidFill>
                <a:latin typeface="Segoe UI Black" pitchFamily="34" charset="0"/>
                <a:ea typeface="Segoe UI Black" pitchFamily="34" charset="-122"/>
                <a:cs typeface="Segoe UI Black" pitchFamily="34" charset="-120"/>
              </a:rPr>
              <a:t>Give a 40-second talk</a:t>
            </a:r>
            <a:endParaRPr lang="en-US" sz="1900" dirty="0"/>
          </a:p>
          <a:p>
            <a:pPr indent="0" marL="0">
              <a:buNone/>
            </a:pPr>
            <a:r>
              <a:rPr lang="en-US" sz="1450" dirty="0">
                <a:solidFill>
                  <a:srgbClr val="B8C0E0"/>
                </a:solidFill>
                <a:latin typeface="Segoe UI" pitchFamily="34" charset="0"/>
                <a:ea typeface="Segoe UI" pitchFamily="34" charset="-122"/>
                <a:cs typeface="Segoe UI" pitchFamily="34" charset="-120"/>
              </a:rPr>
              <a:t>with a hook, one clear message and a confident finish.</a:t>
            </a:r>
            <a:endParaRPr lang="en-US" sz="1900" dirty="0"/>
          </a:p>
        </p:txBody>
      </p:sp>
      <p:sp>
        <p:nvSpPr>
          <p:cNvPr id="22" name="Shape 20"/>
          <p:cNvSpPr/>
          <p:nvPr/>
        </p:nvSpPr>
        <p:spPr>
          <a:xfrm>
            <a:off x="640080" y="4288536"/>
            <a:ext cx="5760720" cy="1042416"/>
          </a:xfrm>
          <a:prstGeom prst="roundRect">
            <a:avLst>
              <a:gd name="adj" fmla="val 14035"/>
            </a:avLst>
          </a:prstGeom>
          <a:solidFill>
            <a:srgbClr val="1B2350"/>
          </a:solidFill>
          <a:ln w="9525">
            <a:solidFill>
              <a:srgbClr val="3A4486"/>
            </a:solidFill>
            <a:prstDash val="solid"/>
          </a:ln>
        </p:spPr>
      </p:sp>
      <p:sp>
        <p:nvSpPr>
          <p:cNvPr id="23" name="Shape 21"/>
          <p:cNvSpPr/>
          <p:nvPr/>
        </p:nvSpPr>
        <p:spPr>
          <a:xfrm>
            <a:off x="868680" y="4553712"/>
            <a:ext cx="512064" cy="512064"/>
          </a:xfrm>
          <a:prstGeom prst="ellipse">
            <a:avLst/>
          </a:prstGeom>
          <a:solidFill>
            <a:srgbClr val="FFD54A"/>
          </a:solidFill>
          <a:ln w="12700">
            <a:solidFill>
              <a:srgbClr val="FFD54A"/>
            </a:solidFill>
            <a:prstDash val="solid"/>
          </a:ln>
        </p:spPr>
      </p:sp>
      <p:sp>
        <p:nvSpPr>
          <p:cNvPr id="24" name="Text 22"/>
          <p:cNvSpPr/>
          <p:nvPr/>
        </p:nvSpPr>
        <p:spPr>
          <a:xfrm>
            <a:off x="868680" y="4553712"/>
            <a:ext cx="512064" cy="512064"/>
          </a:xfrm>
          <a:prstGeom prst="rect">
            <a:avLst/>
          </a:prstGeom>
          <a:noFill/>
          <a:ln/>
        </p:spPr>
        <p:txBody>
          <a:bodyPr wrap="square" lIns="0" tIns="0" rIns="0" bIns="0" rtlCol="0" anchor="ctr"/>
          <a:lstStyle/>
          <a:p>
            <a:pPr algn="ctr" indent="0" marL="0">
              <a:buNone/>
            </a:pPr>
            <a:r>
              <a:rPr lang="en-US" sz="1680" dirty="0">
                <a:solidFill>
                  <a:srgbClr val="0B1026"/>
                </a:solidFill>
                <a:latin typeface="Segoe UI Black" pitchFamily="34" charset="0"/>
                <a:ea typeface="Segoe UI Black" pitchFamily="34" charset="-122"/>
                <a:cs typeface="Segoe UI Black" pitchFamily="34" charset="-120"/>
              </a:rPr>
              <a:t>3</a:t>
            </a:r>
            <a:endParaRPr lang="en-US" sz="1680" dirty="0"/>
          </a:p>
        </p:txBody>
      </p:sp>
      <p:sp>
        <p:nvSpPr>
          <p:cNvPr id="25" name="Text 23"/>
          <p:cNvSpPr/>
          <p:nvPr/>
        </p:nvSpPr>
        <p:spPr>
          <a:xfrm>
            <a:off x="1600200" y="4361688"/>
            <a:ext cx="4663440" cy="896112"/>
          </a:xfrm>
          <a:prstGeom prst="rect">
            <a:avLst/>
          </a:prstGeom>
          <a:noFill/>
          <a:ln/>
        </p:spPr>
        <p:txBody>
          <a:bodyPr wrap="square" lIns="0" tIns="0" rIns="0" bIns="0" rtlCol="0" anchor="ctr"/>
          <a:lstStyle/>
          <a:p>
            <a:pPr indent="0" marL="0">
              <a:buNone/>
            </a:pPr>
            <a:r>
              <a:rPr lang="en-US" sz="1900" dirty="0">
                <a:solidFill>
                  <a:srgbClr val="FFFFFF"/>
                </a:solidFill>
                <a:latin typeface="Segoe UI Black" pitchFamily="34" charset="0"/>
                <a:ea typeface="Segoe UI Black" pitchFamily="34" charset="-122"/>
                <a:cs typeface="Segoe UI Black" pitchFamily="34" charset="-120"/>
              </a:rPr>
              <a:t>Mark a talk fairly</a:t>
            </a:r>
            <a:endParaRPr lang="en-US" sz="1900" dirty="0"/>
          </a:p>
          <a:p>
            <a:pPr indent="0" marL="0">
              <a:buNone/>
            </a:pPr>
            <a:r>
              <a:rPr lang="en-US" sz="1450" dirty="0">
                <a:solidFill>
                  <a:srgbClr val="B8C0E0"/>
                </a:solidFill>
                <a:latin typeface="Segoe UI" pitchFamily="34" charset="0"/>
                <a:ea typeface="Segoe UI" pitchFamily="34" charset="-122"/>
                <a:cs typeface="Segoe UI" pitchFamily="34" charset="-120"/>
              </a:rPr>
              <a:t>against clear criteria, not on who you like.</a:t>
            </a:r>
            <a:endParaRPr lang="en-US" sz="1900" dirty="0"/>
          </a:p>
        </p:txBody>
      </p:sp>
      <p:sp>
        <p:nvSpPr>
          <p:cNvPr id="26" name="Shape 24"/>
          <p:cNvSpPr/>
          <p:nvPr/>
        </p:nvSpPr>
        <p:spPr>
          <a:xfrm>
            <a:off x="6720840" y="1874520"/>
            <a:ext cx="4800600" cy="3456432"/>
          </a:xfrm>
          <a:prstGeom prst="roundRect">
            <a:avLst>
              <a:gd name="adj" fmla="val 4233"/>
            </a:avLst>
          </a:prstGeom>
          <a:solidFill>
            <a:srgbClr val="232C63"/>
          </a:solidFill>
          <a:ln w="9525">
            <a:solidFill>
              <a:srgbClr val="3A4486"/>
            </a:solidFill>
            <a:prstDash val="solid"/>
          </a:ln>
        </p:spPr>
      </p:sp>
      <p:sp>
        <p:nvSpPr>
          <p:cNvPr id="27" name="Text 25"/>
          <p:cNvSpPr/>
          <p:nvPr/>
        </p:nvSpPr>
        <p:spPr>
          <a:xfrm>
            <a:off x="6995160" y="2011680"/>
            <a:ext cx="4206240" cy="320040"/>
          </a:xfrm>
          <a:prstGeom prst="rect">
            <a:avLst/>
          </a:prstGeom>
          <a:noFill/>
          <a:ln/>
        </p:spPr>
        <p:txBody>
          <a:bodyPr wrap="square" lIns="0" tIns="0" rIns="0" bIns="0" rtlCol="0" anchor="ctr"/>
          <a:lstStyle/>
          <a:p>
            <a:pPr indent="0" marL="0">
              <a:buNone/>
            </a:pPr>
            <a:r>
              <a:rPr lang="en-US" sz="1300" b="1" spc="400" kern="0" dirty="0">
                <a:solidFill>
                  <a:srgbClr val="FFD54A"/>
                </a:solidFill>
                <a:latin typeface="Segoe UI Semibold" pitchFamily="34" charset="0"/>
                <a:ea typeface="Segoe UI Semibold" pitchFamily="34" charset="-122"/>
                <a:cs typeface="Segoe UI Semibold" pitchFamily="34" charset="-120"/>
              </a:rPr>
              <a:t>THE GOAL</a:t>
            </a:r>
            <a:endParaRPr lang="en-US" sz="1300" dirty="0"/>
          </a:p>
        </p:txBody>
      </p:sp>
      <p:sp>
        <p:nvSpPr>
          <p:cNvPr id="28" name="Shape 26"/>
          <p:cNvSpPr/>
          <p:nvPr/>
        </p:nvSpPr>
        <p:spPr>
          <a:xfrm>
            <a:off x="7635240" y="2990088"/>
            <a:ext cx="2971800" cy="0"/>
          </a:xfrm>
          <a:prstGeom prst="line">
            <a:avLst/>
          </a:prstGeom>
          <a:noFill/>
          <a:ln w="31750">
            <a:solidFill>
              <a:srgbClr val="FFFFFF"/>
            </a:solidFill>
            <a:prstDash val="dash"/>
            <a:tailEnd type="triangle"/>
          </a:ln>
        </p:spPr>
      </p:sp>
      <p:sp>
        <p:nvSpPr>
          <p:cNvPr id="29" name="Shape 27"/>
          <p:cNvSpPr/>
          <p:nvPr/>
        </p:nvSpPr>
        <p:spPr>
          <a:xfrm>
            <a:off x="7178040" y="2514600"/>
            <a:ext cx="960120" cy="960120"/>
          </a:xfrm>
          <a:prstGeom prst="ellipse">
            <a:avLst/>
          </a:prstGeom>
          <a:solidFill>
            <a:srgbClr val="00E5FF"/>
          </a:solidFill>
          <a:ln w="31750">
            <a:solidFill>
              <a:srgbClr val="FFFFFF"/>
            </a:solidFill>
            <a:prstDash val="solid"/>
          </a:ln>
        </p:spPr>
      </p:sp>
      <p:sp>
        <p:nvSpPr>
          <p:cNvPr id="30" name="Text 28"/>
          <p:cNvSpPr/>
          <p:nvPr/>
        </p:nvSpPr>
        <p:spPr>
          <a:xfrm>
            <a:off x="7178040" y="2514600"/>
            <a:ext cx="960120" cy="960120"/>
          </a:xfrm>
          <a:prstGeom prst="rect">
            <a:avLst/>
          </a:prstGeom>
          <a:noFill/>
          <a:ln/>
        </p:spPr>
        <p:txBody>
          <a:bodyPr wrap="square" lIns="0" tIns="0" rIns="0" bIns="0" rtlCol="0" anchor="ctr"/>
          <a:lstStyle/>
          <a:p>
            <a:pPr algn="ctr" indent="0" marL="0">
              <a:buNone/>
            </a:pPr>
            <a:r>
              <a:rPr lang="en-US" sz="3000" dirty="0">
                <a:solidFill>
                  <a:srgbClr val="0B1026"/>
                </a:solidFill>
                <a:latin typeface="Segoe UI Black" pitchFamily="34" charset="0"/>
                <a:ea typeface="Segoe UI Black" pitchFamily="34" charset="-122"/>
                <a:cs typeface="Segoe UI Black" pitchFamily="34" charset="-120"/>
              </a:rPr>
              <a:t>1</a:t>
            </a:r>
            <a:endParaRPr lang="en-US" sz="3000" dirty="0"/>
          </a:p>
        </p:txBody>
      </p:sp>
      <p:sp>
        <p:nvSpPr>
          <p:cNvPr id="31" name="Text 29"/>
          <p:cNvSpPr/>
          <p:nvPr/>
        </p:nvSpPr>
        <p:spPr>
          <a:xfrm>
            <a:off x="6903720" y="3529584"/>
            <a:ext cx="1508760" cy="566928"/>
          </a:xfrm>
          <a:prstGeom prst="rect">
            <a:avLst/>
          </a:prstGeom>
          <a:noFill/>
          <a:ln/>
        </p:spPr>
        <p:txBody>
          <a:bodyPr wrap="square" lIns="0" tIns="0" rIns="0" bIns="0" rtlCol="0" anchor="t"/>
          <a:lstStyle/>
          <a:p>
            <a:pPr algn="ctr" indent="0" marL="0">
              <a:buNone/>
            </a:pPr>
            <a:r>
              <a:rPr lang="en-US" sz="1700" dirty="0">
                <a:solidFill>
                  <a:srgbClr val="FFFFFF"/>
                </a:solidFill>
                <a:latin typeface="Segoe UI Black" pitchFamily="34" charset="0"/>
                <a:ea typeface="Segoe UI Black" pitchFamily="34" charset="-122"/>
                <a:cs typeface="Segoe UI Black" pitchFamily="34" charset="-120"/>
              </a:rPr>
              <a:t>Home</a:t>
            </a:r>
            <a:endParaRPr lang="en-US" sz="1700" dirty="0"/>
          </a:p>
          <a:p>
            <a:pPr algn="ctr" indent="0" marL="0">
              <a:buNone/>
            </a:pPr>
            <a:r>
              <a:rPr lang="en-US" sz="1200" dirty="0">
                <a:solidFill>
                  <a:srgbClr val="B8C0E0"/>
                </a:solidFill>
                <a:latin typeface="Segoe UI" pitchFamily="34" charset="0"/>
                <a:ea typeface="Segoe UI" pitchFamily="34" charset="-122"/>
                <a:cs typeface="Segoe UI" pitchFamily="34" charset="-120"/>
              </a:rPr>
              <a:t>your island</a:t>
            </a:r>
            <a:endParaRPr lang="en-US" sz="1700" dirty="0"/>
          </a:p>
        </p:txBody>
      </p:sp>
      <p:sp>
        <p:nvSpPr>
          <p:cNvPr id="32" name="Shape 30"/>
          <p:cNvSpPr/>
          <p:nvPr/>
        </p:nvSpPr>
        <p:spPr>
          <a:xfrm>
            <a:off x="8659368" y="2514600"/>
            <a:ext cx="960120" cy="960120"/>
          </a:xfrm>
          <a:prstGeom prst="ellipse">
            <a:avLst/>
          </a:prstGeom>
          <a:solidFill>
            <a:srgbClr val="FFD54A"/>
          </a:solidFill>
          <a:ln w="31750">
            <a:solidFill>
              <a:srgbClr val="FFFFFF"/>
            </a:solidFill>
            <a:prstDash val="solid"/>
          </a:ln>
        </p:spPr>
      </p:sp>
      <p:sp>
        <p:nvSpPr>
          <p:cNvPr id="33" name="Text 31"/>
          <p:cNvSpPr/>
          <p:nvPr/>
        </p:nvSpPr>
        <p:spPr>
          <a:xfrm>
            <a:off x="8659368" y="2514600"/>
            <a:ext cx="960120" cy="960120"/>
          </a:xfrm>
          <a:prstGeom prst="rect">
            <a:avLst/>
          </a:prstGeom>
          <a:noFill/>
          <a:ln/>
        </p:spPr>
        <p:txBody>
          <a:bodyPr wrap="square" lIns="0" tIns="0" rIns="0" bIns="0" rtlCol="0" anchor="ctr"/>
          <a:lstStyle/>
          <a:p>
            <a:pPr algn="ctr" indent="0" marL="0">
              <a:buNone/>
            </a:pPr>
            <a:r>
              <a:rPr lang="en-US" sz="3000" dirty="0">
                <a:solidFill>
                  <a:srgbClr val="0B1026"/>
                </a:solidFill>
                <a:latin typeface="Segoe UI Black" pitchFamily="34" charset="0"/>
                <a:ea typeface="Segoe UI Black" pitchFamily="34" charset="-122"/>
                <a:cs typeface="Segoe UI Black" pitchFamily="34" charset="-120"/>
              </a:rPr>
              <a:t>2</a:t>
            </a:r>
            <a:endParaRPr lang="en-US" sz="3000" dirty="0"/>
          </a:p>
        </p:txBody>
      </p:sp>
      <p:sp>
        <p:nvSpPr>
          <p:cNvPr id="34" name="Text 32"/>
          <p:cNvSpPr/>
          <p:nvPr/>
        </p:nvSpPr>
        <p:spPr>
          <a:xfrm>
            <a:off x="8385048" y="3529584"/>
            <a:ext cx="1508760" cy="566928"/>
          </a:xfrm>
          <a:prstGeom prst="rect">
            <a:avLst/>
          </a:prstGeom>
          <a:noFill/>
          <a:ln/>
        </p:spPr>
        <p:txBody>
          <a:bodyPr wrap="square" lIns="0" tIns="0" rIns="0" bIns="0" rtlCol="0" anchor="t"/>
          <a:lstStyle/>
          <a:p>
            <a:pPr algn="ctr" indent="0" marL="0">
              <a:buNone/>
            </a:pPr>
            <a:r>
              <a:rPr lang="en-US" sz="1700" dirty="0">
                <a:solidFill>
                  <a:srgbClr val="FFFFFF"/>
                </a:solidFill>
                <a:latin typeface="Segoe UI Black" pitchFamily="34" charset="0"/>
                <a:ea typeface="Segoe UI Black" pitchFamily="34" charset="-122"/>
                <a:cs typeface="Segoe UI Black" pitchFamily="34" charset="-120"/>
              </a:rPr>
              <a:t>Key</a:t>
            </a:r>
            <a:endParaRPr lang="en-US" sz="1700" dirty="0"/>
          </a:p>
          <a:p>
            <a:pPr algn="ctr" indent="0" marL="0">
              <a:buNone/>
            </a:pPr>
            <a:r>
              <a:rPr lang="en-US" sz="1200" dirty="0">
                <a:solidFill>
                  <a:srgbClr val="B8C0E0"/>
                </a:solidFill>
                <a:latin typeface="Segoe UI" pitchFamily="34" charset="0"/>
                <a:ea typeface="Segoe UI" pitchFamily="34" charset="-122"/>
                <a:cs typeface="Segoe UI" pitchFamily="34" charset="-120"/>
              </a:rPr>
              <a:t>opposite island</a:t>
            </a:r>
            <a:endParaRPr lang="en-US" sz="1700" dirty="0"/>
          </a:p>
        </p:txBody>
      </p:sp>
      <p:sp>
        <p:nvSpPr>
          <p:cNvPr id="35" name="Shape 33"/>
          <p:cNvSpPr/>
          <p:nvPr/>
        </p:nvSpPr>
        <p:spPr>
          <a:xfrm>
            <a:off x="10140696" y="2514600"/>
            <a:ext cx="960120" cy="960120"/>
          </a:xfrm>
          <a:prstGeom prst="ellipse">
            <a:avLst/>
          </a:prstGeom>
          <a:solidFill>
            <a:srgbClr val="34D399"/>
          </a:solidFill>
          <a:ln w="31750">
            <a:solidFill>
              <a:srgbClr val="FFFFFF"/>
            </a:solidFill>
            <a:prstDash val="solid"/>
          </a:ln>
        </p:spPr>
      </p:sp>
      <p:sp>
        <p:nvSpPr>
          <p:cNvPr id="36" name="Text 34"/>
          <p:cNvSpPr/>
          <p:nvPr/>
        </p:nvSpPr>
        <p:spPr>
          <a:xfrm>
            <a:off x="10140696" y="2514600"/>
            <a:ext cx="960120" cy="960120"/>
          </a:xfrm>
          <a:prstGeom prst="rect">
            <a:avLst/>
          </a:prstGeom>
          <a:noFill/>
          <a:ln/>
        </p:spPr>
        <p:txBody>
          <a:bodyPr wrap="square" lIns="0" tIns="0" rIns="0" bIns="0" rtlCol="0" anchor="ctr"/>
          <a:lstStyle/>
          <a:p>
            <a:pPr algn="ctr" indent="0" marL="0">
              <a:buNone/>
            </a:pPr>
            <a:r>
              <a:rPr lang="en-US" sz="3000" dirty="0">
                <a:solidFill>
                  <a:srgbClr val="0B1026"/>
                </a:solidFill>
                <a:latin typeface="Segoe UI Black" pitchFamily="34" charset="0"/>
                <a:ea typeface="Segoe UI Black" pitchFamily="34" charset="-122"/>
                <a:cs typeface="Segoe UI Black" pitchFamily="34" charset="-120"/>
              </a:rPr>
              <a:t>3</a:t>
            </a:r>
            <a:endParaRPr lang="en-US" sz="3000" dirty="0"/>
          </a:p>
        </p:txBody>
      </p:sp>
      <p:sp>
        <p:nvSpPr>
          <p:cNvPr id="37" name="Text 35"/>
          <p:cNvSpPr/>
          <p:nvPr/>
        </p:nvSpPr>
        <p:spPr>
          <a:xfrm>
            <a:off x="9866376" y="3529584"/>
            <a:ext cx="1508760" cy="566928"/>
          </a:xfrm>
          <a:prstGeom prst="rect">
            <a:avLst/>
          </a:prstGeom>
          <a:noFill/>
          <a:ln/>
        </p:spPr>
        <p:txBody>
          <a:bodyPr wrap="square" lIns="0" tIns="0" rIns="0" bIns="0" rtlCol="0" anchor="t"/>
          <a:lstStyle/>
          <a:p>
            <a:pPr algn="ctr" indent="0" marL="0">
              <a:buNone/>
            </a:pPr>
            <a:r>
              <a:rPr lang="en-US" sz="1700" dirty="0">
                <a:solidFill>
                  <a:srgbClr val="FFFFFF"/>
                </a:solidFill>
                <a:latin typeface="Segoe UI Black" pitchFamily="34" charset="0"/>
                <a:ea typeface="Segoe UI Black" pitchFamily="34" charset="-122"/>
                <a:cs typeface="Segoe UI Black" pitchFamily="34" charset="-120"/>
              </a:rPr>
              <a:t>Stage</a:t>
            </a:r>
            <a:endParaRPr lang="en-US" sz="1700" dirty="0"/>
          </a:p>
          <a:p>
            <a:pPr algn="ctr" indent="0" marL="0">
              <a:buNone/>
            </a:pPr>
            <a:r>
              <a:rPr lang="en-US" sz="1200" dirty="0">
                <a:solidFill>
                  <a:srgbClr val="B8C0E0"/>
                </a:solidFill>
                <a:latin typeface="Segoe UI" pitchFamily="34" charset="0"/>
                <a:ea typeface="Segoe UI" pitchFamily="34" charset="-122"/>
                <a:cs typeface="Segoe UI" pitchFamily="34" charset="-120"/>
              </a:rPr>
              <a:t>in the middle</a:t>
            </a:r>
            <a:endParaRPr lang="en-US" sz="1700" dirty="0"/>
          </a:p>
        </p:txBody>
      </p:sp>
      <p:sp>
        <p:nvSpPr>
          <p:cNvPr id="38" name="Shape 36"/>
          <p:cNvSpPr/>
          <p:nvPr/>
        </p:nvSpPr>
        <p:spPr>
          <a:xfrm>
            <a:off x="6995160" y="4224528"/>
            <a:ext cx="4251960" cy="0"/>
          </a:xfrm>
          <a:prstGeom prst="line">
            <a:avLst/>
          </a:prstGeom>
          <a:noFill/>
          <a:ln w="12700">
            <a:solidFill>
              <a:srgbClr val="3A4486"/>
            </a:solidFill>
            <a:prstDash val="solid"/>
          </a:ln>
        </p:spPr>
      </p:sp>
      <p:sp>
        <p:nvSpPr>
          <p:cNvPr id="39" name="Text 37"/>
          <p:cNvSpPr/>
          <p:nvPr/>
        </p:nvSpPr>
        <p:spPr>
          <a:xfrm>
            <a:off x="6995160" y="4315968"/>
            <a:ext cx="4297680" cy="868680"/>
          </a:xfrm>
          <a:prstGeom prst="rect">
            <a:avLst/>
          </a:prstGeom>
          <a:noFill/>
          <a:ln/>
        </p:spPr>
        <p:txBody>
          <a:bodyPr wrap="square" lIns="0" tIns="0" rIns="0" bIns="0" rtlCol="0" anchor="ctr"/>
          <a:lstStyle/>
          <a:p>
            <a:pPr indent="0" marL="0">
              <a:buNone/>
            </a:pPr>
            <a:r>
              <a:rPr lang="en-US" sz="1550" dirty="0">
                <a:solidFill>
                  <a:srgbClr val="FFFFFF"/>
                </a:solidFill>
                <a:latin typeface="Segoe UI Semibold" pitchFamily="34" charset="0"/>
                <a:ea typeface="Segoe UI Semibold" pitchFamily="34" charset="-122"/>
                <a:cs typeface="Segoe UI Semibold" pitchFamily="34" charset="-120"/>
              </a:rPr>
              <a:t>Every round, every group moves 2 steps.</a:t>
            </a:r>
            <a:endParaRPr lang="en-US" sz="1550" dirty="0"/>
          </a:p>
          <a:p>
            <a:pPr indent="0" marL="0">
              <a:buNone/>
            </a:pPr>
            <a:r>
              <a:rPr lang="en-US" sz="1550" b="1" dirty="0">
                <a:solidFill>
                  <a:srgbClr val="FFD54A"/>
                </a:solidFill>
                <a:latin typeface="Segoe UI Semibold" pitchFamily="34" charset="0"/>
                <a:ea typeface="Segoe UI Semibold" pitchFamily="34" charset="-122"/>
                <a:cs typeface="Segoe UI Semibold" pitchFamily="34" charset="-120"/>
              </a:rPr>
              <a:t>Right answer or good pitch: move 3.</a:t>
            </a:r>
            <a:endParaRPr lang="en-US" sz="1550" dirty="0"/>
          </a:p>
        </p:txBody>
      </p:sp>
      <p:sp>
        <p:nvSpPr>
          <p:cNvPr id="40" name="Text 38"/>
          <p:cNvSpPr/>
          <p:nvPr/>
        </p:nvSpPr>
        <p:spPr>
          <a:xfrm>
            <a:off x="640080" y="5577840"/>
            <a:ext cx="10881360" cy="411480"/>
          </a:xfrm>
          <a:prstGeom prst="rect">
            <a:avLst/>
          </a:prstGeom>
          <a:noFill/>
          <a:ln/>
        </p:spPr>
        <p:txBody>
          <a:bodyPr wrap="square" lIns="0" tIns="0" rIns="0" bIns="0" rtlCol="0" anchor="ctr"/>
          <a:lstStyle/>
          <a:p>
            <a:pPr algn="ctr" indent="0" marL="0">
              <a:buNone/>
            </a:pPr>
            <a:r>
              <a:rPr lang="en-US" sz="1600" dirty="0">
                <a:solidFill>
                  <a:srgbClr val="FFFFFF"/>
                </a:solidFill>
                <a:latin typeface="Segoe UI Semibold" pitchFamily="34" charset="0"/>
                <a:ea typeface="Segoe UI Semibold" pitchFamily="34" charset="-122"/>
                <a:cs typeface="Segoe UI Semibold" pitchFamily="34" charset="-120"/>
              </a:rPr>
              <a:t>Every group can reach the Stage. The earlier you arrive, the bigger the bonus. Most points wins.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026"/>
        </a:solidFill>
      </p:bgPr>
    </p:bg>
    <p:spTree>
      <p:nvGrpSpPr>
        <p:cNvPr id="1" name=""/>
        <p:cNvGrpSpPr/>
        <p:nvPr/>
      </p:nvGrpSpPr>
      <p:grpSpPr>
        <a:xfrm>
          <a:off x="0" y="0"/>
          <a:ext cx="0" cy="0"/>
          <a:chOff x="0" y="0"/>
          <a:chExt cx="0" cy="0"/>
        </a:xfrm>
      </p:grpSpPr>
      <p:sp>
        <p:nvSpPr>
          <p:cNvPr id="2" name="Shape 0"/>
          <p:cNvSpPr/>
          <p:nvPr/>
        </p:nvSpPr>
        <p:spPr>
          <a:xfrm>
            <a:off x="9326880" y="-2011680"/>
            <a:ext cx="4754880" cy="4754880"/>
          </a:xfrm>
          <a:prstGeom prst="ellipse">
            <a:avLst/>
          </a:prstGeom>
          <a:solidFill>
            <a:srgbClr val="151C47"/>
          </a:solidFill>
          <a:ln w="12700">
            <a:solidFill>
              <a:srgbClr val="151C47"/>
            </a:solidFill>
            <a:prstDash val="solid"/>
          </a:ln>
        </p:spPr>
      </p:sp>
      <p:sp>
        <p:nvSpPr>
          <p:cNvPr id="3" name="Shape 1"/>
          <p:cNvSpPr/>
          <p:nvPr/>
        </p:nvSpPr>
        <p:spPr>
          <a:xfrm>
            <a:off x="-1463040" y="4937760"/>
            <a:ext cx="3840480" cy="3840480"/>
          </a:xfrm>
          <a:prstGeom prst="ellipse">
            <a:avLst/>
          </a:prstGeom>
          <a:solidFill>
            <a:srgbClr val="17153F"/>
          </a:solidFill>
          <a:ln w="12700">
            <a:solidFill>
              <a:srgbClr val="17153F"/>
            </a:solidFill>
            <a:prstDash val="solid"/>
          </a:ln>
        </p:spPr>
      </p:sp>
      <p:sp>
        <p:nvSpPr>
          <p:cNvPr id="4" name="Text 2"/>
          <p:cNvSpPr/>
          <p:nvPr/>
        </p:nvSpPr>
        <p:spPr>
          <a:xfrm>
            <a:off x="640080" y="411480"/>
            <a:ext cx="8229600" cy="320040"/>
          </a:xfrm>
          <a:prstGeom prst="rect">
            <a:avLst/>
          </a:prstGeom>
          <a:noFill/>
          <a:ln/>
        </p:spPr>
        <p:txBody>
          <a:bodyPr wrap="square" lIns="0" tIns="0" rIns="0" bIns="0" rtlCol="0" anchor="ctr"/>
          <a:lstStyle/>
          <a:p>
            <a:pPr indent="0" marL="0">
              <a:buNone/>
            </a:pPr>
            <a:r>
              <a:rPr lang="en-US" sz="1300" b="1" spc="400" kern="0" dirty="0">
                <a:solidFill>
                  <a:srgbClr val="FFD54A"/>
                </a:solidFill>
                <a:latin typeface="Segoe UI Semibold" pitchFamily="34" charset="0"/>
                <a:ea typeface="Segoe UI Semibold" pitchFamily="34" charset="-122"/>
                <a:cs typeface="Segoe UI Semibold" pitchFamily="34" charset="-120"/>
              </a:rPr>
              <a:t>HOW IT WORKS</a:t>
            </a:r>
            <a:endParaRPr lang="en-US" sz="1300" dirty="0"/>
          </a:p>
        </p:txBody>
      </p:sp>
      <p:sp>
        <p:nvSpPr>
          <p:cNvPr id="5" name="Shape 3"/>
          <p:cNvSpPr/>
          <p:nvPr/>
        </p:nvSpPr>
        <p:spPr>
          <a:xfrm>
            <a:off x="640080" y="6382512"/>
            <a:ext cx="164592" cy="164592"/>
          </a:xfrm>
          <a:prstGeom prst="ellipse">
            <a:avLst/>
          </a:prstGeom>
          <a:solidFill>
            <a:srgbClr val="FFC21A"/>
          </a:solidFill>
          <a:ln w="12700">
            <a:solidFill>
              <a:srgbClr val="0B1026"/>
            </a:solidFill>
            <a:prstDash val="solid"/>
          </a:ln>
        </p:spPr>
      </p:sp>
      <p:sp>
        <p:nvSpPr>
          <p:cNvPr id="6" name="Shape 4"/>
          <p:cNvSpPr/>
          <p:nvPr/>
        </p:nvSpPr>
        <p:spPr>
          <a:xfrm>
            <a:off x="877824" y="6382512"/>
            <a:ext cx="164592" cy="164592"/>
          </a:xfrm>
          <a:prstGeom prst="ellipse">
            <a:avLst/>
          </a:prstGeom>
          <a:solidFill>
            <a:srgbClr val="8B5CF6"/>
          </a:solidFill>
          <a:ln w="12700">
            <a:solidFill>
              <a:srgbClr val="0B1026"/>
            </a:solidFill>
            <a:prstDash val="solid"/>
          </a:ln>
        </p:spPr>
      </p:sp>
      <p:sp>
        <p:nvSpPr>
          <p:cNvPr id="7" name="Shape 5"/>
          <p:cNvSpPr/>
          <p:nvPr/>
        </p:nvSpPr>
        <p:spPr>
          <a:xfrm>
            <a:off x="1115568" y="6382512"/>
            <a:ext cx="164592" cy="164592"/>
          </a:xfrm>
          <a:prstGeom prst="ellipse">
            <a:avLst/>
          </a:prstGeom>
          <a:solidFill>
            <a:srgbClr val="00E5FF"/>
          </a:solidFill>
          <a:ln w="12700">
            <a:solidFill>
              <a:srgbClr val="0B1026"/>
            </a:solidFill>
            <a:prstDash val="solid"/>
          </a:ln>
        </p:spPr>
      </p:sp>
      <p:sp>
        <p:nvSpPr>
          <p:cNvPr id="8" name="Shape 6"/>
          <p:cNvSpPr/>
          <p:nvPr/>
        </p:nvSpPr>
        <p:spPr>
          <a:xfrm>
            <a:off x="1353312" y="6382512"/>
            <a:ext cx="164592" cy="164592"/>
          </a:xfrm>
          <a:prstGeom prst="ellipse">
            <a:avLst/>
          </a:prstGeom>
          <a:solidFill>
            <a:srgbClr val="DC2626"/>
          </a:solidFill>
          <a:ln w="12700">
            <a:solidFill>
              <a:srgbClr val="0B1026"/>
            </a:solidFill>
            <a:prstDash val="solid"/>
          </a:ln>
        </p:spPr>
      </p:sp>
      <p:sp>
        <p:nvSpPr>
          <p:cNvPr id="9" name="Shape 7"/>
          <p:cNvSpPr/>
          <p:nvPr/>
        </p:nvSpPr>
        <p:spPr>
          <a:xfrm>
            <a:off x="1591056" y="6382512"/>
            <a:ext cx="164592" cy="164592"/>
          </a:xfrm>
          <a:prstGeom prst="ellipse">
            <a:avLst/>
          </a:prstGeom>
          <a:solidFill>
            <a:srgbClr val="0F766E"/>
          </a:solidFill>
          <a:ln w="12700">
            <a:solidFill>
              <a:srgbClr val="0B1026"/>
            </a:solidFill>
            <a:prstDash val="solid"/>
          </a:ln>
        </p:spPr>
      </p:sp>
      <p:sp>
        <p:nvSpPr>
          <p:cNvPr id="10" name="Shape 8"/>
          <p:cNvSpPr/>
          <p:nvPr/>
        </p:nvSpPr>
        <p:spPr>
          <a:xfrm>
            <a:off x="1828800" y="6382512"/>
            <a:ext cx="164592" cy="164592"/>
          </a:xfrm>
          <a:prstGeom prst="ellipse">
            <a:avLst/>
          </a:prstGeom>
          <a:solidFill>
            <a:srgbClr val="F472B6"/>
          </a:solidFill>
          <a:ln w="12700">
            <a:solidFill>
              <a:srgbClr val="0B1026"/>
            </a:solidFill>
            <a:prstDash val="solid"/>
          </a:ln>
        </p:spPr>
      </p:sp>
      <p:sp>
        <p:nvSpPr>
          <p:cNvPr id="11" name="Text 9"/>
          <p:cNvSpPr/>
          <p:nvPr/>
        </p:nvSpPr>
        <p:spPr>
          <a:xfrm>
            <a:off x="2194560" y="6309360"/>
            <a:ext cx="6400800" cy="310896"/>
          </a:xfrm>
          <a:prstGeom prst="rect">
            <a:avLst/>
          </a:prstGeom>
          <a:noFill/>
          <a:ln/>
        </p:spPr>
        <p:txBody>
          <a:bodyPr wrap="square" lIns="0" tIns="0" rIns="0" bIns="0" rtlCol="0" anchor="ctr"/>
          <a:lstStyle/>
          <a:p>
            <a:pPr indent="0" marL="0">
              <a:buNone/>
            </a:pPr>
            <a:r>
              <a:rPr lang="en-US" sz="1050" dirty="0">
                <a:solidFill>
                  <a:srgbClr val="B8C0E0"/>
                </a:solidFill>
                <a:latin typeface="Segoe UI" pitchFamily="34" charset="0"/>
                <a:ea typeface="Segoe UI" pitchFamily="34" charset="-122"/>
                <a:cs typeface="Segoe UI" pitchFamily="34" charset="-120"/>
              </a:rPr>
              <a:t>GSOE9010 · Week 5 · Presentation Skills · Activity 3</a:t>
            </a:r>
            <a:endParaRPr lang="en-US" sz="1050" dirty="0"/>
          </a:p>
        </p:txBody>
      </p:sp>
      <p:sp>
        <p:nvSpPr>
          <p:cNvPr id="12" name="Text 10"/>
          <p:cNvSpPr/>
          <p:nvPr/>
        </p:nvSpPr>
        <p:spPr>
          <a:xfrm>
            <a:off x="10607040" y="6309360"/>
            <a:ext cx="960120" cy="310896"/>
          </a:xfrm>
          <a:prstGeom prst="rect">
            <a:avLst/>
          </a:prstGeom>
          <a:noFill/>
          <a:ln/>
        </p:spPr>
        <p:txBody>
          <a:bodyPr wrap="square" lIns="0" tIns="0" rIns="0" bIns="0" rtlCol="0" anchor="ctr"/>
          <a:lstStyle/>
          <a:p>
            <a:pPr algn="r" indent="0" marL="0">
              <a:buNone/>
            </a:pPr>
            <a:r>
              <a:rPr lang="en-US" sz="1050" dirty="0">
                <a:solidFill>
                  <a:srgbClr val="B8C0E0"/>
                </a:solidFill>
                <a:latin typeface="Segoe UI Semibold" pitchFamily="34" charset="0"/>
                <a:ea typeface="Segoe UI Semibold" pitchFamily="34" charset="-122"/>
                <a:cs typeface="Segoe UI Semibold" pitchFamily="34" charset="-120"/>
              </a:rPr>
              <a:t>4 / 5</a:t>
            </a:r>
            <a:endParaRPr lang="en-US" sz="1050" dirty="0"/>
          </a:p>
        </p:txBody>
      </p:sp>
      <p:sp>
        <p:nvSpPr>
          <p:cNvPr id="13" name="Text 11"/>
          <p:cNvSpPr/>
          <p:nvPr/>
        </p:nvSpPr>
        <p:spPr>
          <a:xfrm>
            <a:off x="640080" y="777240"/>
            <a:ext cx="10881360" cy="914400"/>
          </a:xfrm>
          <a:prstGeom prst="rect">
            <a:avLst/>
          </a:prstGeom>
          <a:noFill/>
          <a:ln/>
        </p:spPr>
        <p:txBody>
          <a:bodyPr wrap="square" lIns="0" tIns="0" rIns="0" bIns="0" rtlCol="0" anchor="t"/>
          <a:lstStyle/>
          <a:p>
            <a:pPr indent="0" marL="0">
              <a:buNone/>
            </a:pPr>
            <a:r>
              <a:rPr lang="en-US" sz="3600" dirty="0">
                <a:solidFill>
                  <a:srgbClr val="FFFFFF"/>
                </a:solidFill>
                <a:latin typeface="Segoe UI Black" pitchFamily="34" charset="0"/>
                <a:ea typeface="Segoe UI Black" pitchFamily="34" charset="-122"/>
                <a:cs typeface="Segoe UI Black" pitchFamily="34" charset="-120"/>
              </a:rPr>
              <a:t>Six rounds: talk, then pitch</a:t>
            </a:r>
            <a:endParaRPr lang="en-US" sz="3600" dirty="0"/>
          </a:p>
        </p:txBody>
      </p:sp>
      <p:sp>
        <p:nvSpPr>
          <p:cNvPr id="14" name="Shape 12"/>
          <p:cNvSpPr/>
          <p:nvPr/>
        </p:nvSpPr>
        <p:spPr>
          <a:xfrm>
            <a:off x="640080" y="1828800"/>
            <a:ext cx="3337560" cy="3246120"/>
          </a:xfrm>
          <a:prstGeom prst="roundRect">
            <a:avLst>
              <a:gd name="adj" fmla="val 4507"/>
            </a:avLst>
          </a:prstGeom>
          <a:solidFill>
            <a:srgbClr val="1B2350"/>
          </a:solidFill>
          <a:ln w="9525">
            <a:solidFill>
              <a:srgbClr val="3A4486"/>
            </a:solidFill>
            <a:prstDash val="solid"/>
          </a:ln>
        </p:spPr>
      </p:sp>
      <p:sp>
        <p:nvSpPr>
          <p:cNvPr id="15" name="Shape 13"/>
          <p:cNvSpPr/>
          <p:nvPr/>
        </p:nvSpPr>
        <p:spPr>
          <a:xfrm>
            <a:off x="914400" y="2084832"/>
            <a:ext cx="1737360" cy="329184"/>
          </a:xfrm>
          <a:prstGeom prst="roundRect">
            <a:avLst>
              <a:gd name="adj" fmla="val 50000"/>
            </a:avLst>
          </a:prstGeom>
          <a:solidFill>
            <a:srgbClr val="FFC21A"/>
          </a:solidFill>
          <a:ln w="12700">
            <a:solidFill>
              <a:srgbClr val="FFC21A"/>
            </a:solidFill>
            <a:prstDash val="solid"/>
          </a:ln>
        </p:spPr>
      </p:sp>
      <p:sp>
        <p:nvSpPr>
          <p:cNvPr id="16" name="Text 14"/>
          <p:cNvSpPr/>
          <p:nvPr/>
        </p:nvSpPr>
        <p:spPr>
          <a:xfrm>
            <a:off x="914400" y="2084832"/>
            <a:ext cx="1737360" cy="329184"/>
          </a:xfrm>
          <a:prstGeom prst="rect">
            <a:avLst/>
          </a:prstGeom>
          <a:noFill/>
          <a:ln/>
        </p:spPr>
        <p:txBody>
          <a:bodyPr wrap="square" lIns="0" tIns="0" rIns="0" bIns="0" rtlCol="0" anchor="ctr"/>
          <a:lstStyle/>
          <a:p>
            <a:pPr algn="ctr" indent="0" marL="0">
              <a:buNone/>
            </a:pPr>
            <a:r>
              <a:rPr lang="en-US" sz="1150" b="1" dirty="0">
                <a:solidFill>
                  <a:srgbClr val="0B1026"/>
                </a:solidFill>
                <a:latin typeface="Segoe UI Semibold" pitchFamily="34" charset="0"/>
                <a:ea typeface="Segoe UI Semibold" pitchFamily="34" charset="-122"/>
                <a:cs typeface="Segoe UI Semibold" pitchFamily="34" charset="-120"/>
              </a:rPr>
              <a:t>ROUNDS 1 · 3 · 5</a:t>
            </a:r>
            <a:endParaRPr lang="en-US" sz="1150" dirty="0"/>
          </a:p>
        </p:txBody>
      </p:sp>
      <p:sp>
        <p:nvSpPr>
          <p:cNvPr id="17" name="Text 15"/>
          <p:cNvSpPr/>
          <p:nvPr/>
        </p:nvSpPr>
        <p:spPr>
          <a:xfrm>
            <a:off x="914400" y="2514600"/>
            <a:ext cx="2880360" cy="502920"/>
          </a:xfrm>
          <a:prstGeom prst="rect">
            <a:avLst/>
          </a:prstGeom>
          <a:noFill/>
          <a:ln/>
        </p:spPr>
        <p:txBody>
          <a:bodyPr wrap="square" lIns="0" tIns="0" rIns="0" bIns="0" rtlCol="0" anchor="ctr"/>
          <a:lstStyle/>
          <a:p>
            <a:pPr indent="0" marL="0">
              <a:buNone/>
            </a:pPr>
            <a:r>
              <a:rPr lang="en-US" sz="2500" dirty="0">
                <a:solidFill>
                  <a:srgbClr val="FFFFFF"/>
                </a:solidFill>
                <a:latin typeface="Segoe UI Black" pitchFamily="34" charset="0"/>
                <a:ea typeface="Segoe UI Black" pitchFamily="34" charset="-122"/>
                <a:cs typeface="Segoe UI Black" pitchFamily="34" charset="-120"/>
              </a:rPr>
              <a:t>Group question</a:t>
            </a:r>
            <a:endParaRPr lang="en-US" sz="2500" dirty="0"/>
          </a:p>
        </p:txBody>
      </p:sp>
      <p:sp>
        <p:nvSpPr>
          <p:cNvPr id="18" name="Shape 16"/>
          <p:cNvSpPr/>
          <p:nvPr/>
        </p:nvSpPr>
        <p:spPr>
          <a:xfrm>
            <a:off x="914400" y="3236976"/>
            <a:ext cx="365760" cy="365760"/>
          </a:xfrm>
          <a:prstGeom prst="ellipse">
            <a:avLst/>
          </a:prstGeom>
          <a:solidFill>
            <a:srgbClr val="FFD54A"/>
          </a:solidFill>
          <a:ln w="12700">
            <a:solidFill>
              <a:srgbClr val="FFD54A"/>
            </a:solidFill>
            <a:prstDash val="solid"/>
          </a:ln>
        </p:spPr>
      </p:sp>
      <p:sp>
        <p:nvSpPr>
          <p:cNvPr id="19" name="Text 17"/>
          <p:cNvSpPr/>
          <p:nvPr/>
        </p:nvSpPr>
        <p:spPr>
          <a:xfrm>
            <a:off x="914400" y="3236976"/>
            <a:ext cx="365760" cy="365760"/>
          </a:xfrm>
          <a:prstGeom prst="rect">
            <a:avLst/>
          </a:prstGeom>
          <a:noFill/>
          <a:ln/>
        </p:spPr>
        <p:txBody>
          <a:bodyPr wrap="square" lIns="0" tIns="0" rIns="0" bIns="0" rtlCol="0" anchor="ctr"/>
          <a:lstStyle/>
          <a:p>
            <a:pPr algn="ctr" indent="0" marL="0">
              <a:buNone/>
            </a:pPr>
            <a:r>
              <a:rPr lang="en-US" sz="1200" dirty="0">
                <a:solidFill>
                  <a:srgbClr val="0B1026"/>
                </a:solidFill>
                <a:latin typeface="Segoe UI Black" pitchFamily="34" charset="0"/>
                <a:ea typeface="Segoe UI Black" pitchFamily="34" charset="-122"/>
                <a:cs typeface="Segoe UI Black" pitchFamily="34" charset="-120"/>
              </a:rPr>
              <a:t>1</a:t>
            </a:r>
            <a:endParaRPr lang="en-US" sz="1200" dirty="0"/>
          </a:p>
        </p:txBody>
      </p:sp>
      <p:sp>
        <p:nvSpPr>
          <p:cNvPr id="20" name="Text 18"/>
          <p:cNvSpPr/>
          <p:nvPr/>
        </p:nvSpPr>
        <p:spPr>
          <a:xfrm>
            <a:off x="1417320" y="3200400"/>
            <a:ext cx="2377440" cy="457200"/>
          </a:xfrm>
          <a:prstGeom prst="rect">
            <a:avLst/>
          </a:prstGeom>
          <a:noFill/>
          <a:ln/>
        </p:spPr>
        <p:txBody>
          <a:bodyPr wrap="square" lIns="0" tIns="0" rIns="0" bIns="0" rtlCol="0" anchor="ctr"/>
          <a:lstStyle/>
          <a:p>
            <a:pPr indent="0" marL="0">
              <a:buNone/>
            </a:pPr>
            <a:r>
              <a:rPr lang="en-US" sz="1450" dirty="0">
                <a:solidFill>
                  <a:srgbClr val="FFFFFF"/>
                </a:solidFill>
                <a:latin typeface="Segoe UI" pitchFamily="34" charset="0"/>
                <a:ea typeface="Segoe UI" pitchFamily="34" charset="-122"/>
                <a:cs typeface="Segoe UI" pitchFamily="34" charset="-120"/>
              </a:rPr>
              <a:t>A presenting scenario with four options</a:t>
            </a:r>
            <a:endParaRPr lang="en-US" sz="1450" dirty="0"/>
          </a:p>
        </p:txBody>
      </p:sp>
      <p:sp>
        <p:nvSpPr>
          <p:cNvPr id="21" name="Shape 19"/>
          <p:cNvSpPr/>
          <p:nvPr/>
        </p:nvSpPr>
        <p:spPr>
          <a:xfrm>
            <a:off x="914400" y="3822192"/>
            <a:ext cx="365760" cy="365760"/>
          </a:xfrm>
          <a:prstGeom prst="ellipse">
            <a:avLst/>
          </a:prstGeom>
          <a:solidFill>
            <a:srgbClr val="FFD54A"/>
          </a:solidFill>
          <a:ln w="12700">
            <a:solidFill>
              <a:srgbClr val="FFD54A"/>
            </a:solidFill>
            <a:prstDash val="solid"/>
          </a:ln>
        </p:spPr>
      </p:sp>
      <p:sp>
        <p:nvSpPr>
          <p:cNvPr id="22" name="Text 20"/>
          <p:cNvSpPr/>
          <p:nvPr/>
        </p:nvSpPr>
        <p:spPr>
          <a:xfrm>
            <a:off x="914400" y="3822192"/>
            <a:ext cx="365760" cy="365760"/>
          </a:xfrm>
          <a:prstGeom prst="rect">
            <a:avLst/>
          </a:prstGeom>
          <a:noFill/>
          <a:ln/>
        </p:spPr>
        <p:txBody>
          <a:bodyPr wrap="square" lIns="0" tIns="0" rIns="0" bIns="0" rtlCol="0" anchor="ctr"/>
          <a:lstStyle/>
          <a:p>
            <a:pPr algn="ctr" indent="0" marL="0">
              <a:buNone/>
            </a:pPr>
            <a:r>
              <a:rPr lang="en-US" sz="1200" dirty="0">
                <a:solidFill>
                  <a:srgbClr val="0B1026"/>
                </a:solidFill>
                <a:latin typeface="Segoe UI Black" pitchFamily="34" charset="0"/>
                <a:ea typeface="Segoe UI Black" pitchFamily="34" charset="-122"/>
                <a:cs typeface="Segoe UI Black" pitchFamily="34" charset="-120"/>
              </a:rPr>
              <a:t>2</a:t>
            </a:r>
            <a:endParaRPr lang="en-US" sz="1200" dirty="0"/>
          </a:p>
        </p:txBody>
      </p:sp>
      <p:sp>
        <p:nvSpPr>
          <p:cNvPr id="23" name="Text 21"/>
          <p:cNvSpPr/>
          <p:nvPr/>
        </p:nvSpPr>
        <p:spPr>
          <a:xfrm>
            <a:off x="1417320" y="3785616"/>
            <a:ext cx="2377440" cy="457200"/>
          </a:xfrm>
          <a:prstGeom prst="rect">
            <a:avLst/>
          </a:prstGeom>
          <a:noFill/>
          <a:ln/>
        </p:spPr>
        <p:txBody>
          <a:bodyPr wrap="square" lIns="0" tIns="0" rIns="0" bIns="0" rtlCol="0" anchor="ctr"/>
          <a:lstStyle/>
          <a:p>
            <a:pPr indent="0" marL="0">
              <a:buNone/>
            </a:pPr>
            <a:r>
              <a:rPr lang="en-US" sz="1450" dirty="0">
                <a:solidFill>
                  <a:srgbClr val="FFFFFF"/>
                </a:solidFill>
                <a:latin typeface="Segoe UI" pitchFamily="34" charset="0"/>
                <a:ea typeface="Segoe UI" pitchFamily="34" charset="-122"/>
                <a:cs typeface="Segoe UI" pitchFamily="34" charset="-120"/>
              </a:rPr>
              <a:t>45 seconds: discuss and agree</a:t>
            </a:r>
            <a:endParaRPr lang="en-US" sz="1450" dirty="0"/>
          </a:p>
        </p:txBody>
      </p:sp>
      <p:sp>
        <p:nvSpPr>
          <p:cNvPr id="24" name="Shape 22"/>
          <p:cNvSpPr/>
          <p:nvPr/>
        </p:nvSpPr>
        <p:spPr>
          <a:xfrm>
            <a:off x="914400" y="4407408"/>
            <a:ext cx="365760" cy="365760"/>
          </a:xfrm>
          <a:prstGeom prst="ellipse">
            <a:avLst/>
          </a:prstGeom>
          <a:solidFill>
            <a:srgbClr val="FFD54A"/>
          </a:solidFill>
          <a:ln w="12700">
            <a:solidFill>
              <a:srgbClr val="FFD54A"/>
            </a:solidFill>
            <a:prstDash val="solid"/>
          </a:ln>
        </p:spPr>
      </p:sp>
      <p:sp>
        <p:nvSpPr>
          <p:cNvPr id="25" name="Text 23"/>
          <p:cNvSpPr/>
          <p:nvPr/>
        </p:nvSpPr>
        <p:spPr>
          <a:xfrm>
            <a:off x="914400" y="4407408"/>
            <a:ext cx="365760" cy="365760"/>
          </a:xfrm>
          <a:prstGeom prst="rect">
            <a:avLst/>
          </a:prstGeom>
          <a:noFill/>
          <a:ln/>
        </p:spPr>
        <p:txBody>
          <a:bodyPr wrap="square" lIns="0" tIns="0" rIns="0" bIns="0" rtlCol="0" anchor="ctr"/>
          <a:lstStyle/>
          <a:p>
            <a:pPr algn="ctr" indent="0" marL="0">
              <a:buNone/>
            </a:pPr>
            <a:r>
              <a:rPr lang="en-US" sz="1200" dirty="0">
                <a:solidFill>
                  <a:srgbClr val="0B1026"/>
                </a:solidFill>
                <a:latin typeface="Segoe UI Black" pitchFamily="34" charset="0"/>
                <a:ea typeface="Segoe UI Black" pitchFamily="34" charset="-122"/>
                <a:cs typeface="Segoe UI Black" pitchFamily="34" charset="-120"/>
              </a:rPr>
              <a:t>3</a:t>
            </a:r>
            <a:endParaRPr lang="en-US" sz="1200" dirty="0"/>
          </a:p>
        </p:txBody>
      </p:sp>
      <p:sp>
        <p:nvSpPr>
          <p:cNvPr id="26" name="Text 24"/>
          <p:cNvSpPr/>
          <p:nvPr/>
        </p:nvSpPr>
        <p:spPr>
          <a:xfrm>
            <a:off x="1417320" y="4370832"/>
            <a:ext cx="2377440" cy="457200"/>
          </a:xfrm>
          <a:prstGeom prst="rect">
            <a:avLst/>
          </a:prstGeom>
          <a:noFill/>
          <a:ln/>
        </p:spPr>
        <p:txBody>
          <a:bodyPr wrap="square" lIns="0" tIns="0" rIns="0" bIns="0" rtlCol="0" anchor="ctr"/>
          <a:lstStyle/>
          <a:p>
            <a:pPr indent="0" marL="0">
              <a:buNone/>
            </a:pPr>
            <a:r>
              <a:rPr lang="en-US" sz="1450" dirty="0">
                <a:solidFill>
                  <a:srgbClr val="FFFFFF"/>
                </a:solidFill>
                <a:latin typeface="Segoe UI" pitchFamily="34" charset="0"/>
                <a:ea typeface="Segoe UI" pitchFamily="34" charset="-122"/>
                <a:cs typeface="Segoe UI" pitchFamily="34" charset="-120"/>
              </a:rPr>
              <a:t>Half your group right: move 3 steps</a:t>
            </a:r>
            <a:endParaRPr lang="en-US" sz="1450" dirty="0"/>
          </a:p>
        </p:txBody>
      </p:sp>
      <p:sp>
        <p:nvSpPr>
          <p:cNvPr id="27" name="Shape 25"/>
          <p:cNvSpPr/>
          <p:nvPr/>
        </p:nvSpPr>
        <p:spPr>
          <a:xfrm>
            <a:off x="4160520" y="1828800"/>
            <a:ext cx="3337560" cy="3246120"/>
          </a:xfrm>
          <a:prstGeom prst="roundRect">
            <a:avLst>
              <a:gd name="adj" fmla="val 4507"/>
            </a:avLst>
          </a:prstGeom>
          <a:solidFill>
            <a:srgbClr val="1B2350"/>
          </a:solidFill>
          <a:ln w="9525">
            <a:solidFill>
              <a:srgbClr val="3A4486"/>
            </a:solidFill>
            <a:prstDash val="solid"/>
          </a:ln>
        </p:spPr>
      </p:sp>
      <p:sp>
        <p:nvSpPr>
          <p:cNvPr id="28" name="Shape 26"/>
          <p:cNvSpPr/>
          <p:nvPr/>
        </p:nvSpPr>
        <p:spPr>
          <a:xfrm>
            <a:off x="4434840" y="2084832"/>
            <a:ext cx="1737360" cy="329184"/>
          </a:xfrm>
          <a:prstGeom prst="roundRect">
            <a:avLst>
              <a:gd name="adj" fmla="val 50000"/>
            </a:avLst>
          </a:prstGeom>
          <a:solidFill>
            <a:srgbClr val="F472B6"/>
          </a:solidFill>
          <a:ln w="12700">
            <a:solidFill>
              <a:srgbClr val="F472B6"/>
            </a:solidFill>
            <a:prstDash val="solid"/>
          </a:ln>
        </p:spPr>
      </p:sp>
      <p:sp>
        <p:nvSpPr>
          <p:cNvPr id="29" name="Text 27"/>
          <p:cNvSpPr/>
          <p:nvPr/>
        </p:nvSpPr>
        <p:spPr>
          <a:xfrm>
            <a:off x="4434840" y="2084832"/>
            <a:ext cx="1737360" cy="329184"/>
          </a:xfrm>
          <a:prstGeom prst="rect">
            <a:avLst/>
          </a:prstGeom>
          <a:noFill/>
          <a:ln/>
        </p:spPr>
        <p:txBody>
          <a:bodyPr wrap="square" lIns="0" tIns="0" rIns="0" bIns="0" rtlCol="0" anchor="ctr"/>
          <a:lstStyle/>
          <a:p>
            <a:pPr algn="ctr" indent="0" marL="0">
              <a:buNone/>
            </a:pPr>
            <a:r>
              <a:rPr lang="en-US" sz="1150" b="1" dirty="0">
                <a:solidFill>
                  <a:srgbClr val="0B1026"/>
                </a:solidFill>
                <a:latin typeface="Segoe UI Semibold" pitchFamily="34" charset="0"/>
                <a:ea typeface="Segoe UI Semibold" pitchFamily="34" charset="-122"/>
                <a:cs typeface="Segoe UI Semibold" pitchFamily="34" charset="-120"/>
              </a:rPr>
              <a:t>ROUNDS 2 · 4 · 6</a:t>
            </a:r>
            <a:endParaRPr lang="en-US" sz="1150" dirty="0"/>
          </a:p>
        </p:txBody>
      </p:sp>
      <p:sp>
        <p:nvSpPr>
          <p:cNvPr id="30" name="Text 28"/>
          <p:cNvSpPr/>
          <p:nvPr/>
        </p:nvSpPr>
        <p:spPr>
          <a:xfrm>
            <a:off x="4434840" y="2514600"/>
            <a:ext cx="2880360" cy="502920"/>
          </a:xfrm>
          <a:prstGeom prst="rect">
            <a:avLst/>
          </a:prstGeom>
          <a:noFill/>
          <a:ln/>
        </p:spPr>
        <p:txBody>
          <a:bodyPr wrap="square" lIns="0" tIns="0" rIns="0" bIns="0" rtlCol="0" anchor="ctr"/>
          <a:lstStyle/>
          <a:p>
            <a:pPr indent="0" marL="0">
              <a:buNone/>
            </a:pPr>
            <a:r>
              <a:rPr lang="en-US" sz="2500" dirty="0">
                <a:solidFill>
                  <a:srgbClr val="FFFFFF"/>
                </a:solidFill>
                <a:latin typeface="Segoe UI Black" pitchFamily="34" charset="0"/>
                <a:ea typeface="Segoe UI Black" pitchFamily="34" charset="-122"/>
                <a:cs typeface="Segoe UI Black" pitchFamily="34" charset="-120"/>
              </a:rPr>
              <a:t>Group pitch</a:t>
            </a:r>
            <a:endParaRPr lang="en-US" sz="2500" dirty="0"/>
          </a:p>
        </p:txBody>
      </p:sp>
      <p:sp>
        <p:nvSpPr>
          <p:cNvPr id="31" name="Shape 29"/>
          <p:cNvSpPr/>
          <p:nvPr/>
        </p:nvSpPr>
        <p:spPr>
          <a:xfrm>
            <a:off x="4434840" y="3236976"/>
            <a:ext cx="365760" cy="365760"/>
          </a:xfrm>
          <a:prstGeom prst="ellipse">
            <a:avLst/>
          </a:prstGeom>
          <a:solidFill>
            <a:srgbClr val="FFD54A"/>
          </a:solidFill>
          <a:ln w="12700">
            <a:solidFill>
              <a:srgbClr val="FFD54A"/>
            </a:solidFill>
            <a:prstDash val="solid"/>
          </a:ln>
        </p:spPr>
      </p:sp>
      <p:sp>
        <p:nvSpPr>
          <p:cNvPr id="32" name="Text 30"/>
          <p:cNvSpPr/>
          <p:nvPr/>
        </p:nvSpPr>
        <p:spPr>
          <a:xfrm>
            <a:off x="4434840" y="3236976"/>
            <a:ext cx="365760" cy="365760"/>
          </a:xfrm>
          <a:prstGeom prst="rect">
            <a:avLst/>
          </a:prstGeom>
          <a:noFill/>
          <a:ln/>
        </p:spPr>
        <p:txBody>
          <a:bodyPr wrap="square" lIns="0" tIns="0" rIns="0" bIns="0" rtlCol="0" anchor="ctr"/>
          <a:lstStyle/>
          <a:p>
            <a:pPr algn="ctr" indent="0" marL="0">
              <a:buNone/>
            </a:pPr>
            <a:r>
              <a:rPr lang="en-US" sz="1200" dirty="0">
                <a:solidFill>
                  <a:srgbClr val="0B1026"/>
                </a:solidFill>
                <a:latin typeface="Segoe UI Black" pitchFamily="34" charset="0"/>
                <a:ea typeface="Segoe UI Black" pitchFamily="34" charset="-122"/>
                <a:cs typeface="Segoe UI Black" pitchFamily="34" charset="-120"/>
              </a:rPr>
              <a:t>1</a:t>
            </a:r>
            <a:endParaRPr lang="en-US" sz="1200" dirty="0"/>
          </a:p>
        </p:txBody>
      </p:sp>
      <p:sp>
        <p:nvSpPr>
          <p:cNvPr id="33" name="Text 31"/>
          <p:cNvSpPr/>
          <p:nvPr/>
        </p:nvSpPr>
        <p:spPr>
          <a:xfrm>
            <a:off x="4937760" y="3200400"/>
            <a:ext cx="2377440" cy="457200"/>
          </a:xfrm>
          <a:prstGeom prst="rect">
            <a:avLst/>
          </a:prstGeom>
          <a:noFill/>
          <a:ln/>
        </p:spPr>
        <p:txBody>
          <a:bodyPr wrap="square" lIns="0" tIns="0" rIns="0" bIns="0" rtlCol="0" anchor="ctr"/>
          <a:lstStyle/>
          <a:p>
            <a:pPr indent="0" marL="0">
              <a:buNone/>
            </a:pPr>
            <a:r>
              <a:rPr lang="en-US" sz="1450" dirty="0">
                <a:solidFill>
                  <a:srgbClr val="FFFFFF"/>
                </a:solidFill>
                <a:latin typeface="Segoe UI" pitchFamily="34" charset="0"/>
                <a:ea typeface="Segoe UI" pitchFamily="34" charset="-122"/>
                <a:cs typeface="Segoe UI" pitchFamily="34" charset="-120"/>
              </a:rPr>
              <a:t>A spin picks two groups</a:t>
            </a:r>
            <a:endParaRPr lang="en-US" sz="1450" dirty="0"/>
          </a:p>
        </p:txBody>
      </p:sp>
      <p:sp>
        <p:nvSpPr>
          <p:cNvPr id="34" name="Shape 32"/>
          <p:cNvSpPr/>
          <p:nvPr/>
        </p:nvSpPr>
        <p:spPr>
          <a:xfrm>
            <a:off x="4434840" y="3822192"/>
            <a:ext cx="365760" cy="365760"/>
          </a:xfrm>
          <a:prstGeom prst="ellipse">
            <a:avLst/>
          </a:prstGeom>
          <a:solidFill>
            <a:srgbClr val="FFD54A"/>
          </a:solidFill>
          <a:ln w="12700">
            <a:solidFill>
              <a:srgbClr val="FFD54A"/>
            </a:solidFill>
            <a:prstDash val="solid"/>
          </a:ln>
        </p:spPr>
      </p:sp>
      <p:sp>
        <p:nvSpPr>
          <p:cNvPr id="35" name="Text 33"/>
          <p:cNvSpPr/>
          <p:nvPr/>
        </p:nvSpPr>
        <p:spPr>
          <a:xfrm>
            <a:off x="4434840" y="3822192"/>
            <a:ext cx="365760" cy="365760"/>
          </a:xfrm>
          <a:prstGeom prst="rect">
            <a:avLst/>
          </a:prstGeom>
          <a:noFill/>
          <a:ln/>
        </p:spPr>
        <p:txBody>
          <a:bodyPr wrap="square" lIns="0" tIns="0" rIns="0" bIns="0" rtlCol="0" anchor="ctr"/>
          <a:lstStyle/>
          <a:p>
            <a:pPr algn="ctr" indent="0" marL="0">
              <a:buNone/>
            </a:pPr>
            <a:r>
              <a:rPr lang="en-US" sz="1200" dirty="0">
                <a:solidFill>
                  <a:srgbClr val="0B1026"/>
                </a:solidFill>
                <a:latin typeface="Segoe UI Black" pitchFamily="34" charset="0"/>
                <a:ea typeface="Segoe UI Black" pitchFamily="34" charset="-122"/>
                <a:cs typeface="Segoe UI Black" pitchFamily="34" charset="-120"/>
              </a:rPr>
              <a:t>2</a:t>
            </a:r>
            <a:endParaRPr lang="en-US" sz="1200" dirty="0"/>
          </a:p>
        </p:txBody>
      </p:sp>
      <p:sp>
        <p:nvSpPr>
          <p:cNvPr id="36" name="Text 34"/>
          <p:cNvSpPr/>
          <p:nvPr/>
        </p:nvSpPr>
        <p:spPr>
          <a:xfrm>
            <a:off x="4937760" y="3785616"/>
            <a:ext cx="2377440" cy="457200"/>
          </a:xfrm>
          <a:prstGeom prst="rect">
            <a:avLst/>
          </a:prstGeom>
          <a:noFill/>
          <a:ln/>
        </p:spPr>
        <p:txBody>
          <a:bodyPr wrap="square" lIns="0" tIns="0" rIns="0" bIns="0" rtlCol="0" anchor="ctr"/>
          <a:lstStyle/>
          <a:p>
            <a:pPr indent="0" marL="0">
              <a:buNone/>
            </a:pPr>
            <a:r>
              <a:rPr lang="en-US" sz="1450" dirty="0">
                <a:solidFill>
                  <a:srgbClr val="FFFFFF"/>
                </a:solidFill>
                <a:latin typeface="Segoe UI" pitchFamily="34" charset="0"/>
                <a:ea typeface="Segoe UI" pitchFamily="34" charset="-122"/>
                <a:cs typeface="Segoe UI" pitchFamily="34" charset="-120"/>
              </a:rPr>
              <a:t>48 seconds to prepare your topic</a:t>
            </a:r>
            <a:endParaRPr lang="en-US" sz="1450" dirty="0"/>
          </a:p>
        </p:txBody>
      </p:sp>
      <p:sp>
        <p:nvSpPr>
          <p:cNvPr id="37" name="Shape 35"/>
          <p:cNvSpPr/>
          <p:nvPr/>
        </p:nvSpPr>
        <p:spPr>
          <a:xfrm>
            <a:off x="4434840" y="4407408"/>
            <a:ext cx="365760" cy="365760"/>
          </a:xfrm>
          <a:prstGeom prst="ellipse">
            <a:avLst/>
          </a:prstGeom>
          <a:solidFill>
            <a:srgbClr val="FFD54A"/>
          </a:solidFill>
          <a:ln w="12700">
            <a:solidFill>
              <a:srgbClr val="FFD54A"/>
            </a:solidFill>
            <a:prstDash val="solid"/>
          </a:ln>
        </p:spPr>
      </p:sp>
      <p:sp>
        <p:nvSpPr>
          <p:cNvPr id="38" name="Text 36"/>
          <p:cNvSpPr/>
          <p:nvPr/>
        </p:nvSpPr>
        <p:spPr>
          <a:xfrm>
            <a:off x="4434840" y="4407408"/>
            <a:ext cx="365760" cy="365760"/>
          </a:xfrm>
          <a:prstGeom prst="rect">
            <a:avLst/>
          </a:prstGeom>
          <a:noFill/>
          <a:ln/>
        </p:spPr>
        <p:txBody>
          <a:bodyPr wrap="square" lIns="0" tIns="0" rIns="0" bIns="0" rtlCol="0" anchor="ctr"/>
          <a:lstStyle/>
          <a:p>
            <a:pPr algn="ctr" indent="0" marL="0">
              <a:buNone/>
            </a:pPr>
            <a:r>
              <a:rPr lang="en-US" sz="1200" dirty="0">
                <a:solidFill>
                  <a:srgbClr val="0B1026"/>
                </a:solidFill>
                <a:latin typeface="Segoe UI Black" pitchFamily="34" charset="0"/>
                <a:ea typeface="Segoe UI Black" pitchFamily="34" charset="-122"/>
                <a:cs typeface="Segoe UI Black" pitchFamily="34" charset="-120"/>
              </a:rPr>
              <a:t>3</a:t>
            </a:r>
            <a:endParaRPr lang="en-US" sz="1200" dirty="0"/>
          </a:p>
        </p:txBody>
      </p:sp>
      <p:sp>
        <p:nvSpPr>
          <p:cNvPr id="39" name="Text 37"/>
          <p:cNvSpPr/>
          <p:nvPr/>
        </p:nvSpPr>
        <p:spPr>
          <a:xfrm>
            <a:off x="4937760" y="4370832"/>
            <a:ext cx="2377440" cy="457200"/>
          </a:xfrm>
          <a:prstGeom prst="rect">
            <a:avLst/>
          </a:prstGeom>
          <a:noFill/>
          <a:ln/>
        </p:spPr>
        <p:txBody>
          <a:bodyPr wrap="square" lIns="0" tIns="0" rIns="0" bIns="0" rtlCol="0" anchor="ctr"/>
          <a:lstStyle/>
          <a:p>
            <a:pPr indent="0" marL="0">
              <a:buNone/>
            </a:pPr>
            <a:r>
              <a:rPr lang="en-US" sz="1450" dirty="0">
                <a:solidFill>
                  <a:srgbClr val="FFFFFF"/>
                </a:solidFill>
                <a:latin typeface="Segoe UI" pitchFamily="34" charset="0"/>
                <a:ea typeface="Segoe UI" pitchFamily="34" charset="-122"/>
                <a:cs typeface="Segoe UI" pitchFamily="34" charset="-120"/>
              </a:rPr>
              <a:t>40 seconds to speak; the room gives stars</a:t>
            </a:r>
            <a:endParaRPr lang="en-US" sz="1450" dirty="0"/>
          </a:p>
        </p:txBody>
      </p:sp>
      <p:sp>
        <p:nvSpPr>
          <p:cNvPr id="40" name="Shape 38"/>
          <p:cNvSpPr/>
          <p:nvPr/>
        </p:nvSpPr>
        <p:spPr>
          <a:xfrm>
            <a:off x="7708392" y="1828800"/>
            <a:ext cx="3877056" cy="2236622"/>
          </a:xfrm>
          <a:prstGeom prst="roundRect">
            <a:avLst>
              <a:gd name="adj" fmla="val 4906"/>
            </a:avLst>
          </a:prstGeom>
          <a:solidFill>
            <a:srgbClr val="FFD54A"/>
          </a:solidFill>
          <a:ln w="12700">
            <a:solidFill>
              <a:srgbClr val="FFD54A"/>
            </a:solidFill>
            <a:prstDash val="solid"/>
          </a:ln>
        </p:spPr>
      </p:sp>
      <p:pic>
        <p:nvPicPr>
          <p:cNvPr id="41" name="Image 0" descr="C:\Users\stsha\AppData\Local\Temp\claude\e--GSOE\5827a37f-2b3b-4dcb-97f5-7b6dedb1807d\scratchpad\shots9\host-145-pitch-prep.png">    </p:cNvPr>
          <p:cNvPicPr>
            <a:picLocks noChangeAspect="1"/>
          </p:cNvPicPr>
          <p:nvPr/>
        </p:nvPicPr>
        <p:blipFill>
          <a:blip r:embed="rId1"/>
          <a:stretch>
            <a:fillRect/>
          </a:stretch>
        </p:blipFill>
        <p:spPr>
          <a:xfrm>
            <a:off x="7772400" y="1892808"/>
            <a:ext cx="3749040" cy="2108606"/>
          </a:xfrm>
          <a:prstGeom prst="rect">
            <a:avLst/>
          </a:prstGeom>
        </p:spPr>
      </p:pic>
      <p:sp>
        <p:nvSpPr>
          <p:cNvPr id="42" name="Text 39"/>
          <p:cNvSpPr/>
          <p:nvPr/>
        </p:nvSpPr>
        <p:spPr>
          <a:xfrm>
            <a:off x="7726680" y="4160520"/>
            <a:ext cx="3840480" cy="868680"/>
          </a:xfrm>
          <a:prstGeom prst="rect">
            <a:avLst/>
          </a:prstGeom>
          <a:noFill/>
          <a:ln/>
        </p:spPr>
        <p:txBody>
          <a:bodyPr wrap="square" lIns="0" tIns="0" rIns="0" bIns="0" rtlCol="0" anchor="t"/>
          <a:lstStyle/>
          <a:p>
            <a:pPr indent="0" marL="0">
              <a:buNone/>
            </a:pPr>
            <a:r>
              <a:rPr lang="en-US" sz="1450" b="1" dirty="0">
                <a:solidFill>
                  <a:srgbClr val="FFFFFF"/>
                </a:solidFill>
                <a:latin typeface="Segoe UI Semibold" pitchFamily="34" charset="0"/>
                <a:ea typeface="Segoe UI Semibold" pitchFamily="34" charset="-122"/>
                <a:cs typeface="Segoe UI Semibold" pitchFamily="34" charset="-120"/>
              </a:rPr>
              <a:t>Your topic is on the big screen.</a:t>
            </a:r>
            <a:endParaRPr lang="en-US" sz="1450" dirty="0"/>
          </a:p>
          <a:p>
            <a:pPr indent="0" marL="0">
              <a:buNone/>
            </a:pPr>
            <a:r>
              <a:rPr lang="en-US" sz="1450" dirty="0">
                <a:solidFill>
                  <a:srgbClr val="B8C0E0"/>
                </a:solidFill>
                <a:latin typeface="Segoe UI Semibold" pitchFamily="34" charset="0"/>
                <a:ea typeface="Segoe UI Semibold" pitchFamily="34" charset="-122"/>
                <a:cs typeface="Segoe UI Semibold" pitchFamily="34" charset="-120"/>
              </a:rPr>
              <a:t>You'll be marked on Hook, Clarity and Confidence.</a:t>
            </a:r>
            <a:endParaRPr lang="en-US" sz="1450" dirty="0"/>
          </a:p>
        </p:txBody>
      </p:sp>
      <p:sp>
        <p:nvSpPr>
          <p:cNvPr id="43" name="Shape 40"/>
          <p:cNvSpPr/>
          <p:nvPr/>
        </p:nvSpPr>
        <p:spPr>
          <a:xfrm>
            <a:off x="640080" y="5349240"/>
            <a:ext cx="10881360" cy="658368"/>
          </a:xfrm>
          <a:prstGeom prst="roundRect">
            <a:avLst>
              <a:gd name="adj" fmla="val 25000"/>
            </a:avLst>
          </a:prstGeom>
          <a:solidFill>
            <a:srgbClr val="232C63"/>
          </a:solidFill>
          <a:ln w="12700">
            <a:solidFill>
              <a:srgbClr val="FFD54A"/>
            </a:solidFill>
            <a:prstDash val="solid"/>
          </a:ln>
        </p:spPr>
      </p:sp>
      <p:sp>
        <p:nvSpPr>
          <p:cNvPr id="44" name="Text 41"/>
          <p:cNvSpPr/>
          <p:nvPr/>
        </p:nvSpPr>
        <p:spPr>
          <a:xfrm>
            <a:off x="822960" y="5349240"/>
            <a:ext cx="10515600" cy="658368"/>
          </a:xfrm>
          <a:prstGeom prst="rect">
            <a:avLst/>
          </a:prstGeom>
          <a:noFill/>
          <a:ln/>
        </p:spPr>
        <p:txBody>
          <a:bodyPr wrap="square" lIns="0" tIns="0" rIns="0" bIns="0" rtlCol="0" anchor="ctr"/>
          <a:lstStyle/>
          <a:p>
            <a:pPr algn="ctr" indent="0" marL="0">
              <a:buNone/>
            </a:pPr>
            <a:r>
              <a:rPr lang="en-US" sz="1550" b="1" dirty="0">
                <a:solidFill>
                  <a:srgbClr val="FFD54A"/>
                </a:solidFill>
                <a:latin typeface="Segoe UI Semibold" pitchFamily="34" charset="0"/>
                <a:ea typeface="Segoe UI Semibold" pitchFamily="34" charset="-122"/>
                <a:cs typeface="Segoe UI Semibold" pitchFamily="34" charset="-120"/>
              </a:rPr>
              <a:t>Moving is one tap: </a:t>
            </a:r>
            <a:pPr algn="ctr" indent="0" marL="0">
              <a:buNone/>
            </a:pPr>
            <a:r>
              <a:rPr lang="en-US" sz="1550" dirty="0">
                <a:solidFill>
                  <a:srgbClr val="FFFFFF"/>
                </a:solidFill>
                <a:latin typeface="Segoe UI Semibold" pitchFamily="34" charset="0"/>
                <a:ea typeface="Segoe UI Semibold" pitchFamily="34" charset="-122"/>
                <a:cs typeface="Segoe UI Semibold" pitchFamily="34" charset="-120"/>
              </a:rPr>
              <a:t>your phone shows the best hex in green, press GO.     </a:t>
            </a:r>
            <a:pPr algn="ctr" indent="0" marL="0">
              <a:buNone/>
            </a:pPr>
            <a:r>
              <a:rPr lang="en-US" sz="1550" b="1" dirty="0">
                <a:solidFill>
                  <a:srgbClr val="FFD54A"/>
                </a:solidFill>
                <a:latin typeface="Segoe UI Semibold" pitchFamily="34" charset="0"/>
                <a:ea typeface="Segoe UI Semibold" pitchFamily="34" charset="-122"/>
                <a:cs typeface="Segoe UI Semibold" pitchFamily="34" charset="-120"/>
              </a:rPr>
              <a:t>During pitches: </a:t>
            </a:r>
            <a:pPr algn="ctr" indent="0" marL="0">
              <a:buNone/>
            </a:pPr>
            <a:r>
              <a:rPr lang="en-US" sz="1550" dirty="0">
                <a:solidFill>
                  <a:srgbClr val="FFFFFF"/>
                </a:solidFill>
                <a:latin typeface="Segoe UI Semibold" pitchFamily="34" charset="0"/>
                <a:ea typeface="Segoe UI Semibold" pitchFamily="34" charset="-122"/>
                <a:cs typeface="Segoe UI Semibold" pitchFamily="34" charset="-120"/>
              </a:rPr>
              <a:t>phones down, eyes up.</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026"/>
        </a:solidFill>
      </p:bgPr>
    </p:bg>
    <p:spTree>
      <p:nvGrpSpPr>
        <p:cNvPr id="1" name=""/>
        <p:cNvGrpSpPr/>
        <p:nvPr/>
      </p:nvGrpSpPr>
      <p:grpSpPr>
        <a:xfrm>
          <a:off x="0" y="0"/>
          <a:ext cx="0" cy="0"/>
          <a:chOff x="0" y="0"/>
          <a:chExt cx="0" cy="0"/>
        </a:xfrm>
      </p:grpSpPr>
      <p:sp>
        <p:nvSpPr>
          <p:cNvPr id="2" name="Shape 0"/>
          <p:cNvSpPr/>
          <p:nvPr/>
        </p:nvSpPr>
        <p:spPr>
          <a:xfrm>
            <a:off x="9326880" y="-2011680"/>
            <a:ext cx="4754880" cy="4754880"/>
          </a:xfrm>
          <a:prstGeom prst="ellipse">
            <a:avLst/>
          </a:prstGeom>
          <a:solidFill>
            <a:srgbClr val="151C47"/>
          </a:solidFill>
          <a:ln w="12700">
            <a:solidFill>
              <a:srgbClr val="151C47"/>
            </a:solidFill>
            <a:prstDash val="solid"/>
          </a:ln>
        </p:spPr>
      </p:sp>
      <p:sp>
        <p:nvSpPr>
          <p:cNvPr id="3" name="Shape 1"/>
          <p:cNvSpPr/>
          <p:nvPr/>
        </p:nvSpPr>
        <p:spPr>
          <a:xfrm>
            <a:off x="-1463040" y="4937760"/>
            <a:ext cx="3840480" cy="3840480"/>
          </a:xfrm>
          <a:prstGeom prst="ellipse">
            <a:avLst/>
          </a:prstGeom>
          <a:solidFill>
            <a:srgbClr val="17153F"/>
          </a:solidFill>
          <a:ln w="12700">
            <a:solidFill>
              <a:srgbClr val="17153F"/>
            </a:solidFill>
            <a:prstDash val="solid"/>
          </a:ln>
        </p:spPr>
      </p:sp>
      <p:sp>
        <p:nvSpPr>
          <p:cNvPr id="4" name="Text 2"/>
          <p:cNvSpPr/>
          <p:nvPr/>
        </p:nvSpPr>
        <p:spPr>
          <a:xfrm>
            <a:off x="640080" y="411480"/>
            <a:ext cx="8229600" cy="320040"/>
          </a:xfrm>
          <a:prstGeom prst="rect">
            <a:avLst/>
          </a:prstGeom>
          <a:noFill/>
          <a:ln/>
        </p:spPr>
        <p:txBody>
          <a:bodyPr wrap="square" lIns="0" tIns="0" rIns="0" bIns="0" rtlCol="0" anchor="ctr"/>
          <a:lstStyle/>
          <a:p>
            <a:pPr indent="0" marL="0">
              <a:buNone/>
            </a:pPr>
            <a:r>
              <a:rPr lang="en-US" sz="1300" b="1" spc="400" kern="0" dirty="0">
                <a:solidFill>
                  <a:srgbClr val="FFD54A"/>
                </a:solidFill>
                <a:latin typeface="Segoe UI Semibold" pitchFamily="34" charset="0"/>
                <a:ea typeface="Segoe UI Semibold" pitchFamily="34" charset="-122"/>
                <a:cs typeface="Segoe UI Semibold" pitchFamily="34" charset="-120"/>
              </a:rPr>
              <a:t>READY?</a:t>
            </a:r>
            <a:endParaRPr lang="en-US" sz="1300" dirty="0"/>
          </a:p>
        </p:txBody>
      </p:sp>
      <p:sp>
        <p:nvSpPr>
          <p:cNvPr id="5" name="Shape 3"/>
          <p:cNvSpPr/>
          <p:nvPr/>
        </p:nvSpPr>
        <p:spPr>
          <a:xfrm>
            <a:off x="640080" y="6382512"/>
            <a:ext cx="164592" cy="164592"/>
          </a:xfrm>
          <a:prstGeom prst="ellipse">
            <a:avLst/>
          </a:prstGeom>
          <a:solidFill>
            <a:srgbClr val="FFC21A"/>
          </a:solidFill>
          <a:ln w="12700">
            <a:solidFill>
              <a:srgbClr val="0B1026"/>
            </a:solidFill>
            <a:prstDash val="solid"/>
          </a:ln>
        </p:spPr>
      </p:sp>
      <p:sp>
        <p:nvSpPr>
          <p:cNvPr id="6" name="Shape 4"/>
          <p:cNvSpPr/>
          <p:nvPr/>
        </p:nvSpPr>
        <p:spPr>
          <a:xfrm>
            <a:off x="877824" y="6382512"/>
            <a:ext cx="164592" cy="164592"/>
          </a:xfrm>
          <a:prstGeom prst="ellipse">
            <a:avLst/>
          </a:prstGeom>
          <a:solidFill>
            <a:srgbClr val="8B5CF6"/>
          </a:solidFill>
          <a:ln w="12700">
            <a:solidFill>
              <a:srgbClr val="0B1026"/>
            </a:solidFill>
            <a:prstDash val="solid"/>
          </a:ln>
        </p:spPr>
      </p:sp>
      <p:sp>
        <p:nvSpPr>
          <p:cNvPr id="7" name="Shape 5"/>
          <p:cNvSpPr/>
          <p:nvPr/>
        </p:nvSpPr>
        <p:spPr>
          <a:xfrm>
            <a:off x="1115568" y="6382512"/>
            <a:ext cx="164592" cy="164592"/>
          </a:xfrm>
          <a:prstGeom prst="ellipse">
            <a:avLst/>
          </a:prstGeom>
          <a:solidFill>
            <a:srgbClr val="00E5FF"/>
          </a:solidFill>
          <a:ln w="12700">
            <a:solidFill>
              <a:srgbClr val="0B1026"/>
            </a:solidFill>
            <a:prstDash val="solid"/>
          </a:ln>
        </p:spPr>
      </p:sp>
      <p:sp>
        <p:nvSpPr>
          <p:cNvPr id="8" name="Shape 6"/>
          <p:cNvSpPr/>
          <p:nvPr/>
        </p:nvSpPr>
        <p:spPr>
          <a:xfrm>
            <a:off x="1353312" y="6382512"/>
            <a:ext cx="164592" cy="164592"/>
          </a:xfrm>
          <a:prstGeom prst="ellipse">
            <a:avLst/>
          </a:prstGeom>
          <a:solidFill>
            <a:srgbClr val="DC2626"/>
          </a:solidFill>
          <a:ln w="12700">
            <a:solidFill>
              <a:srgbClr val="0B1026"/>
            </a:solidFill>
            <a:prstDash val="solid"/>
          </a:ln>
        </p:spPr>
      </p:sp>
      <p:sp>
        <p:nvSpPr>
          <p:cNvPr id="9" name="Shape 7"/>
          <p:cNvSpPr/>
          <p:nvPr/>
        </p:nvSpPr>
        <p:spPr>
          <a:xfrm>
            <a:off x="1591056" y="6382512"/>
            <a:ext cx="164592" cy="164592"/>
          </a:xfrm>
          <a:prstGeom prst="ellipse">
            <a:avLst/>
          </a:prstGeom>
          <a:solidFill>
            <a:srgbClr val="0F766E"/>
          </a:solidFill>
          <a:ln w="12700">
            <a:solidFill>
              <a:srgbClr val="0B1026"/>
            </a:solidFill>
            <a:prstDash val="solid"/>
          </a:ln>
        </p:spPr>
      </p:sp>
      <p:sp>
        <p:nvSpPr>
          <p:cNvPr id="10" name="Shape 8"/>
          <p:cNvSpPr/>
          <p:nvPr/>
        </p:nvSpPr>
        <p:spPr>
          <a:xfrm>
            <a:off x="1828800" y="6382512"/>
            <a:ext cx="164592" cy="164592"/>
          </a:xfrm>
          <a:prstGeom prst="ellipse">
            <a:avLst/>
          </a:prstGeom>
          <a:solidFill>
            <a:srgbClr val="F472B6"/>
          </a:solidFill>
          <a:ln w="12700">
            <a:solidFill>
              <a:srgbClr val="0B1026"/>
            </a:solidFill>
            <a:prstDash val="solid"/>
          </a:ln>
        </p:spPr>
      </p:sp>
      <p:sp>
        <p:nvSpPr>
          <p:cNvPr id="11" name="Text 9"/>
          <p:cNvSpPr/>
          <p:nvPr/>
        </p:nvSpPr>
        <p:spPr>
          <a:xfrm>
            <a:off x="2194560" y="6309360"/>
            <a:ext cx="6400800" cy="310896"/>
          </a:xfrm>
          <a:prstGeom prst="rect">
            <a:avLst/>
          </a:prstGeom>
          <a:noFill/>
          <a:ln/>
        </p:spPr>
        <p:txBody>
          <a:bodyPr wrap="square" lIns="0" tIns="0" rIns="0" bIns="0" rtlCol="0" anchor="ctr"/>
          <a:lstStyle/>
          <a:p>
            <a:pPr indent="0" marL="0">
              <a:buNone/>
            </a:pPr>
            <a:r>
              <a:rPr lang="en-US" sz="1050" dirty="0">
                <a:solidFill>
                  <a:srgbClr val="B8C0E0"/>
                </a:solidFill>
                <a:latin typeface="Segoe UI" pitchFamily="34" charset="0"/>
                <a:ea typeface="Segoe UI" pitchFamily="34" charset="-122"/>
                <a:cs typeface="Segoe UI" pitchFamily="34" charset="-120"/>
              </a:rPr>
              <a:t>GSOE9010 · Week 5 · Presentation Skills · Activity 3</a:t>
            </a:r>
            <a:endParaRPr lang="en-US" sz="1050" dirty="0"/>
          </a:p>
        </p:txBody>
      </p:sp>
      <p:sp>
        <p:nvSpPr>
          <p:cNvPr id="12" name="Text 10"/>
          <p:cNvSpPr/>
          <p:nvPr/>
        </p:nvSpPr>
        <p:spPr>
          <a:xfrm>
            <a:off x="10607040" y="6309360"/>
            <a:ext cx="960120" cy="310896"/>
          </a:xfrm>
          <a:prstGeom prst="rect">
            <a:avLst/>
          </a:prstGeom>
          <a:noFill/>
          <a:ln/>
        </p:spPr>
        <p:txBody>
          <a:bodyPr wrap="square" lIns="0" tIns="0" rIns="0" bIns="0" rtlCol="0" anchor="ctr"/>
          <a:lstStyle/>
          <a:p>
            <a:pPr algn="r" indent="0" marL="0">
              <a:buNone/>
            </a:pPr>
            <a:r>
              <a:rPr lang="en-US" sz="1050" dirty="0">
                <a:solidFill>
                  <a:srgbClr val="B8C0E0"/>
                </a:solidFill>
                <a:latin typeface="Segoe UI Semibold" pitchFamily="34" charset="0"/>
                <a:ea typeface="Segoe UI Semibold" pitchFamily="34" charset="-122"/>
                <a:cs typeface="Segoe UI Semibold" pitchFamily="34" charset="-120"/>
              </a:rPr>
              <a:t>5 / 5</a:t>
            </a:r>
            <a:endParaRPr lang="en-US" sz="1050" dirty="0"/>
          </a:p>
        </p:txBody>
      </p:sp>
      <p:sp>
        <p:nvSpPr>
          <p:cNvPr id="13" name="Text 11"/>
          <p:cNvSpPr/>
          <p:nvPr/>
        </p:nvSpPr>
        <p:spPr>
          <a:xfrm>
            <a:off x="640080" y="777240"/>
            <a:ext cx="10881360" cy="914400"/>
          </a:xfrm>
          <a:prstGeom prst="rect">
            <a:avLst/>
          </a:prstGeom>
          <a:noFill/>
          <a:ln/>
        </p:spPr>
        <p:txBody>
          <a:bodyPr wrap="square" lIns="0" tIns="0" rIns="0" bIns="0" rtlCol="0" anchor="t"/>
          <a:lstStyle/>
          <a:p>
            <a:pPr indent="0" marL="0">
              <a:buNone/>
            </a:pPr>
            <a:r>
              <a:rPr lang="en-US" sz="3600" dirty="0">
                <a:solidFill>
                  <a:srgbClr val="FFFFFF"/>
                </a:solidFill>
                <a:latin typeface="Segoe UI Black" pitchFamily="34" charset="0"/>
                <a:ea typeface="Segoe UI Black" pitchFamily="34" charset="-122"/>
                <a:cs typeface="Segoe UI Black" pitchFamily="34" charset="-120"/>
              </a:rPr>
              <a:t>Let's play. </a:t>
            </a:r>
            <a:pPr indent="0" marL="0">
              <a:buNone/>
            </a:pPr>
            <a:r>
              <a:rPr lang="en-US" sz="3600" dirty="0">
                <a:solidFill>
                  <a:srgbClr val="FFD54A"/>
                </a:solidFill>
                <a:latin typeface="Segoe UI Black" pitchFamily="34" charset="0"/>
                <a:ea typeface="Segoe UI Black" pitchFamily="34" charset="-122"/>
                <a:cs typeface="Segoe UI Black" pitchFamily="34" charset="-120"/>
              </a:rPr>
              <a:t>Join now.</a:t>
            </a:r>
            <a:endParaRPr lang="en-US" sz="3600" dirty="0"/>
          </a:p>
        </p:txBody>
      </p:sp>
      <p:sp>
        <p:nvSpPr>
          <p:cNvPr id="14" name="Shape 12"/>
          <p:cNvSpPr/>
          <p:nvPr/>
        </p:nvSpPr>
        <p:spPr>
          <a:xfrm>
            <a:off x="640080" y="1828800"/>
            <a:ext cx="5212080" cy="3291840"/>
          </a:xfrm>
          <a:prstGeom prst="roundRect">
            <a:avLst>
              <a:gd name="adj" fmla="val 4444"/>
            </a:avLst>
          </a:prstGeom>
          <a:solidFill>
            <a:srgbClr val="1B2350"/>
          </a:solidFill>
          <a:ln w="9525">
            <a:solidFill>
              <a:srgbClr val="3A4486"/>
            </a:solidFill>
            <a:prstDash val="solid"/>
          </a:ln>
        </p:spPr>
      </p:sp>
      <p:sp>
        <p:nvSpPr>
          <p:cNvPr id="15" name="Text 13"/>
          <p:cNvSpPr/>
          <p:nvPr/>
        </p:nvSpPr>
        <p:spPr>
          <a:xfrm>
            <a:off x="914400" y="1965960"/>
            <a:ext cx="4572000" cy="320040"/>
          </a:xfrm>
          <a:prstGeom prst="rect">
            <a:avLst/>
          </a:prstGeom>
          <a:noFill/>
          <a:ln/>
        </p:spPr>
        <p:txBody>
          <a:bodyPr wrap="square" lIns="0" tIns="0" rIns="0" bIns="0" rtlCol="0" anchor="ctr"/>
          <a:lstStyle/>
          <a:p>
            <a:pPr indent="0" marL="0">
              <a:buNone/>
            </a:pPr>
            <a:r>
              <a:rPr lang="en-US" sz="1300" b="1" spc="400" kern="0" dirty="0">
                <a:solidFill>
                  <a:srgbClr val="FFD54A"/>
                </a:solidFill>
                <a:latin typeface="Segoe UI Semibold" pitchFamily="34" charset="0"/>
                <a:ea typeface="Segoe UI Semibold" pitchFamily="34" charset="-122"/>
                <a:cs typeface="Segoe UI Semibold" pitchFamily="34" charset="-120"/>
              </a:rPr>
              <a:t>JOIN IN FOUR STEPS</a:t>
            </a:r>
            <a:endParaRPr lang="en-US" sz="1300" dirty="0"/>
          </a:p>
        </p:txBody>
      </p:sp>
      <p:sp>
        <p:nvSpPr>
          <p:cNvPr id="16" name="Shape 14"/>
          <p:cNvSpPr/>
          <p:nvPr/>
        </p:nvSpPr>
        <p:spPr>
          <a:xfrm>
            <a:off x="914400" y="2450592"/>
            <a:ext cx="457200" cy="457200"/>
          </a:xfrm>
          <a:prstGeom prst="ellipse">
            <a:avLst/>
          </a:prstGeom>
          <a:solidFill>
            <a:srgbClr val="FFD54A"/>
          </a:solidFill>
          <a:ln w="12700">
            <a:solidFill>
              <a:srgbClr val="FFD54A"/>
            </a:solidFill>
            <a:prstDash val="solid"/>
          </a:ln>
        </p:spPr>
      </p:sp>
      <p:sp>
        <p:nvSpPr>
          <p:cNvPr id="17" name="Text 15"/>
          <p:cNvSpPr/>
          <p:nvPr/>
        </p:nvSpPr>
        <p:spPr>
          <a:xfrm>
            <a:off x="914400" y="2450592"/>
            <a:ext cx="457200" cy="457200"/>
          </a:xfrm>
          <a:prstGeom prst="rect">
            <a:avLst/>
          </a:prstGeom>
          <a:noFill/>
          <a:ln/>
        </p:spPr>
        <p:txBody>
          <a:bodyPr wrap="square" lIns="0" tIns="0" rIns="0" bIns="0" rtlCol="0" anchor="ctr"/>
          <a:lstStyle/>
          <a:p>
            <a:pPr algn="ctr" indent="0" marL="0">
              <a:buNone/>
            </a:pPr>
            <a:r>
              <a:rPr lang="en-US" sz="1500" dirty="0">
                <a:solidFill>
                  <a:srgbClr val="0B1026"/>
                </a:solidFill>
                <a:latin typeface="Segoe UI Black" pitchFamily="34" charset="0"/>
                <a:ea typeface="Segoe UI Black" pitchFamily="34" charset="-122"/>
                <a:cs typeface="Segoe UI Black" pitchFamily="34" charset="-120"/>
              </a:rPr>
              <a:t>1</a:t>
            </a:r>
            <a:endParaRPr lang="en-US" sz="1500" dirty="0"/>
          </a:p>
        </p:txBody>
      </p:sp>
      <p:sp>
        <p:nvSpPr>
          <p:cNvPr id="18" name="Text 16"/>
          <p:cNvSpPr/>
          <p:nvPr/>
        </p:nvSpPr>
        <p:spPr>
          <a:xfrm>
            <a:off x="1554480" y="2450592"/>
            <a:ext cx="4114800" cy="457200"/>
          </a:xfrm>
          <a:prstGeom prst="rect">
            <a:avLst/>
          </a:prstGeom>
          <a:noFill/>
          <a:ln/>
        </p:spPr>
        <p:txBody>
          <a:bodyPr wrap="square" lIns="0" tIns="0" rIns="0" bIns="0" rtlCol="0" anchor="ctr"/>
          <a:lstStyle/>
          <a:p>
            <a:pPr indent="0" marL="0">
              <a:buNone/>
            </a:pPr>
            <a:r>
              <a:rPr lang="en-US" sz="1800" dirty="0">
                <a:solidFill>
                  <a:srgbClr val="FFFFFF"/>
                </a:solidFill>
                <a:latin typeface="Segoe UI Semibold" pitchFamily="34" charset="0"/>
                <a:ea typeface="Segoe UI Semibold" pitchFamily="34" charset="-122"/>
                <a:cs typeface="Segoe UI Semibold" pitchFamily="34" charset="-120"/>
              </a:rPr>
              <a:t>Scan the QR code on the next screen</a:t>
            </a:r>
            <a:endParaRPr lang="en-US" sz="1800" dirty="0"/>
          </a:p>
        </p:txBody>
      </p:sp>
      <p:sp>
        <p:nvSpPr>
          <p:cNvPr id="19" name="Shape 17"/>
          <p:cNvSpPr/>
          <p:nvPr/>
        </p:nvSpPr>
        <p:spPr>
          <a:xfrm>
            <a:off x="914400" y="3090672"/>
            <a:ext cx="457200" cy="457200"/>
          </a:xfrm>
          <a:prstGeom prst="ellipse">
            <a:avLst/>
          </a:prstGeom>
          <a:solidFill>
            <a:srgbClr val="FFD54A"/>
          </a:solidFill>
          <a:ln w="12700">
            <a:solidFill>
              <a:srgbClr val="FFD54A"/>
            </a:solidFill>
            <a:prstDash val="solid"/>
          </a:ln>
        </p:spPr>
      </p:sp>
      <p:sp>
        <p:nvSpPr>
          <p:cNvPr id="20" name="Text 18"/>
          <p:cNvSpPr/>
          <p:nvPr/>
        </p:nvSpPr>
        <p:spPr>
          <a:xfrm>
            <a:off x="914400" y="3090672"/>
            <a:ext cx="457200" cy="457200"/>
          </a:xfrm>
          <a:prstGeom prst="rect">
            <a:avLst/>
          </a:prstGeom>
          <a:noFill/>
          <a:ln/>
        </p:spPr>
        <p:txBody>
          <a:bodyPr wrap="square" lIns="0" tIns="0" rIns="0" bIns="0" rtlCol="0" anchor="ctr"/>
          <a:lstStyle/>
          <a:p>
            <a:pPr algn="ctr" indent="0" marL="0">
              <a:buNone/>
            </a:pPr>
            <a:r>
              <a:rPr lang="en-US" sz="1500" dirty="0">
                <a:solidFill>
                  <a:srgbClr val="0B1026"/>
                </a:solidFill>
                <a:latin typeface="Segoe UI Black" pitchFamily="34" charset="0"/>
                <a:ea typeface="Segoe UI Black" pitchFamily="34" charset="-122"/>
                <a:cs typeface="Segoe UI Black" pitchFamily="34" charset="-120"/>
              </a:rPr>
              <a:t>2</a:t>
            </a:r>
            <a:endParaRPr lang="en-US" sz="1500" dirty="0"/>
          </a:p>
        </p:txBody>
      </p:sp>
      <p:sp>
        <p:nvSpPr>
          <p:cNvPr id="21" name="Text 19"/>
          <p:cNvSpPr/>
          <p:nvPr/>
        </p:nvSpPr>
        <p:spPr>
          <a:xfrm>
            <a:off x="1554480" y="3090672"/>
            <a:ext cx="4114800" cy="457200"/>
          </a:xfrm>
          <a:prstGeom prst="rect">
            <a:avLst/>
          </a:prstGeom>
          <a:noFill/>
          <a:ln/>
        </p:spPr>
        <p:txBody>
          <a:bodyPr wrap="square" lIns="0" tIns="0" rIns="0" bIns="0" rtlCol="0" anchor="ctr"/>
          <a:lstStyle/>
          <a:p>
            <a:pPr indent="0" marL="0">
              <a:buNone/>
            </a:pPr>
            <a:r>
              <a:rPr lang="en-US" sz="1800" dirty="0">
                <a:solidFill>
                  <a:srgbClr val="FFFFFF"/>
                </a:solidFill>
                <a:latin typeface="Segoe UI Semibold" pitchFamily="34" charset="0"/>
                <a:ea typeface="Segoe UI Semibold" pitchFamily="34" charset="-122"/>
                <a:cs typeface="Segoe UI Semibold" pitchFamily="34" charset="-120"/>
              </a:rPr>
              <a:t>Type a nickname</a:t>
            </a:r>
            <a:endParaRPr lang="en-US" sz="1800" dirty="0"/>
          </a:p>
        </p:txBody>
      </p:sp>
      <p:sp>
        <p:nvSpPr>
          <p:cNvPr id="22" name="Shape 20"/>
          <p:cNvSpPr/>
          <p:nvPr/>
        </p:nvSpPr>
        <p:spPr>
          <a:xfrm>
            <a:off x="914400" y="3730752"/>
            <a:ext cx="457200" cy="457200"/>
          </a:xfrm>
          <a:prstGeom prst="ellipse">
            <a:avLst/>
          </a:prstGeom>
          <a:solidFill>
            <a:srgbClr val="FFD54A"/>
          </a:solidFill>
          <a:ln w="12700">
            <a:solidFill>
              <a:srgbClr val="FFD54A"/>
            </a:solidFill>
            <a:prstDash val="solid"/>
          </a:ln>
        </p:spPr>
      </p:sp>
      <p:sp>
        <p:nvSpPr>
          <p:cNvPr id="23" name="Text 21"/>
          <p:cNvSpPr/>
          <p:nvPr/>
        </p:nvSpPr>
        <p:spPr>
          <a:xfrm>
            <a:off x="914400" y="3730752"/>
            <a:ext cx="457200" cy="457200"/>
          </a:xfrm>
          <a:prstGeom prst="rect">
            <a:avLst/>
          </a:prstGeom>
          <a:noFill/>
          <a:ln/>
        </p:spPr>
        <p:txBody>
          <a:bodyPr wrap="square" lIns="0" tIns="0" rIns="0" bIns="0" rtlCol="0" anchor="ctr"/>
          <a:lstStyle/>
          <a:p>
            <a:pPr algn="ctr" indent="0" marL="0">
              <a:buNone/>
            </a:pPr>
            <a:r>
              <a:rPr lang="en-US" sz="1500" dirty="0">
                <a:solidFill>
                  <a:srgbClr val="0B1026"/>
                </a:solidFill>
                <a:latin typeface="Segoe UI Black" pitchFamily="34" charset="0"/>
                <a:ea typeface="Segoe UI Black" pitchFamily="34" charset="-122"/>
                <a:cs typeface="Segoe UI Black" pitchFamily="34" charset="-120"/>
              </a:rPr>
              <a:t>3</a:t>
            </a:r>
            <a:endParaRPr lang="en-US" sz="1500" dirty="0"/>
          </a:p>
        </p:txBody>
      </p:sp>
      <p:sp>
        <p:nvSpPr>
          <p:cNvPr id="24" name="Text 22"/>
          <p:cNvSpPr/>
          <p:nvPr/>
        </p:nvSpPr>
        <p:spPr>
          <a:xfrm>
            <a:off x="1554480" y="3730752"/>
            <a:ext cx="4114800" cy="457200"/>
          </a:xfrm>
          <a:prstGeom prst="rect">
            <a:avLst/>
          </a:prstGeom>
          <a:noFill/>
          <a:ln/>
        </p:spPr>
        <p:txBody>
          <a:bodyPr wrap="square" lIns="0" tIns="0" rIns="0" bIns="0" rtlCol="0" anchor="ctr"/>
          <a:lstStyle/>
          <a:p>
            <a:pPr indent="0" marL="0">
              <a:buNone/>
            </a:pPr>
            <a:r>
              <a:rPr lang="en-US" sz="1800" dirty="0">
                <a:solidFill>
                  <a:srgbClr val="FFFFFF"/>
                </a:solidFill>
                <a:latin typeface="Segoe UI Semibold" pitchFamily="34" charset="0"/>
                <a:ea typeface="Segoe UI Semibold" pitchFamily="34" charset="-122"/>
                <a:cs typeface="Segoe UI Semibold" pitchFamily="34" charset="-120"/>
              </a:rPr>
              <a:t>Pick your group number</a:t>
            </a:r>
            <a:endParaRPr lang="en-US" sz="1800" dirty="0"/>
          </a:p>
        </p:txBody>
      </p:sp>
      <p:sp>
        <p:nvSpPr>
          <p:cNvPr id="25" name="Shape 23"/>
          <p:cNvSpPr/>
          <p:nvPr/>
        </p:nvSpPr>
        <p:spPr>
          <a:xfrm>
            <a:off x="914400" y="4370832"/>
            <a:ext cx="457200" cy="457200"/>
          </a:xfrm>
          <a:prstGeom prst="ellipse">
            <a:avLst/>
          </a:prstGeom>
          <a:solidFill>
            <a:srgbClr val="FFD54A"/>
          </a:solidFill>
          <a:ln w="12700">
            <a:solidFill>
              <a:srgbClr val="FFD54A"/>
            </a:solidFill>
            <a:prstDash val="solid"/>
          </a:ln>
        </p:spPr>
      </p:sp>
      <p:sp>
        <p:nvSpPr>
          <p:cNvPr id="26" name="Text 24"/>
          <p:cNvSpPr/>
          <p:nvPr/>
        </p:nvSpPr>
        <p:spPr>
          <a:xfrm>
            <a:off x="914400" y="4370832"/>
            <a:ext cx="457200" cy="457200"/>
          </a:xfrm>
          <a:prstGeom prst="rect">
            <a:avLst/>
          </a:prstGeom>
          <a:noFill/>
          <a:ln/>
        </p:spPr>
        <p:txBody>
          <a:bodyPr wrap="square" lIns="0" tIns="0" rIns="0" bIns="0" rtlCol="0" anchor="ctr"/>
          <a:lstStyle/>
          <a:p>
            <a:pPr algn="ctr" indent="0" marL="0">
              <a:buNone/>
            </a:pPr>
            <a:r>
              <a:rPr lang="en-US" sz="1500" dirty="0">
                <a:solidFill>
                  <a:srgbClr val="0B1026"/>
                </a:solidFill>
                <a:latin typeface="Segoe UI Black" pitchFamily="34" charset="0"/>
                <a:ea typeface="Segoe UI Black" pitchFamily="34" charset="-122"/>
                <a:cs typeface="Segoe UI Black" pitchFamily="34" charset="-120"/>
              </a:rPr>
              <a:t>4</a:t>
            </a:r>
            <a:endParaRPr lang="en-US" sz="1500" dirty="0"/>
          </a:p>
        </p:txBody>
      </p:sp>
      <p:sp>
        <p:nvSpPr>
          <p:cNvPr id="27" name="Text 25"/>
          <p:cNvSpPr/>
          <p:nvPr/>
        </p:nvSpPr>
        <p:spPr>
          <a:xfrm>
            <a:off x="1554480" y="4370832"/>
            <a:ext cx="4114800" cy="457200"/>
          </a:xfrm>
          <a:prstGeom prst="rect">
            <a:avLst/>
          </a:prstGeom>
          <a:noFill/>
          <a:ln/>
        </p:spPr>
        <p:txBody>
          <a:bodyPr wrap="square" lIns="0" tIns="0" rIns="0" bIns="0" rtlCol="0" anchor="ctr"/>
          <a:lstStyle/>
          <a:p>
            <a:pPr indent="0" marL="0">
              <a:buNone/>
            </a:pPr>
            <a:r>
              <a:rPr lang="en-US" sz="1800" dirty="0">
                <a:solidFill>
                  <a:srgbClr val="FFFFFF"/>
                </a:solidFill>
                <a:latin typeface="Segoe UI Semibold" pitchFamily="34" charset="0"/>
                <a:ea typeface="Segoe UI Semibold" pitchFamily="34" charset="-122"/>
                <a:cs typeface="Segoe UI Semibold" pitchFamily="34" charset="-120"/>
              </a:rPr>
              <a:t>Sit together, phones ready</a:t>
            </a:r>
            <a:endParaRPr lang="en-US" sz="1800" dirty="0"/>
          </a:p>
        </p:txBody>
      </p:sp>
      <p:sp>
        <p:nvSpPr>
          <p:cNvPr id="28" name="Shape 26"/>
          <p:cNvSpPr/>
          <p:nvPr/>
        </p:nvSpPr>
        <p:spPr>
          <a:xfrm>
            <a:off x="6172200" y="1828800"/>
            <a:ext cx="5349240" cy="3291840"/>
          </a:xfrm>
          <a:prstGeom prst="roundRect">
            <a:avLst>
              <a:gd name="adj" fmla="val 4444"/>
            </a:avLst>
          </a:prstGeom>
          <a:solidFill>
            <a:srgbClr val="232C63"/>
          </a:solidFill>
          <a:ln w="9525">
            <a:solidFill>
              <a:srgbClr val="3A4486"/>
            </a:solidFill>
            <a:prstDash val="solid"/>
          </a:ln>
        </p:spPr>
      </p:sp>
      <p:sp>
        <p:nvSpPr>
          <p:cNvPr id="29" name="Text 27"/>
          <p:cNvSpPr/>
          <p:nvPr/>
        </p:nvSpPr>
        <p:spPr>
          <a:xfrm>
            <a:off x="6446520" y="1965960"/>
            <a:ext cx="4846320" cy="320040"/>
          </a:xfrm>
          <a:prstGeom prst="rect">
            <a:avLst/>
          </a:prstGeom>
          <a:noFill/>
          <a:ln/>
        </p:spPr>
        <p:txBody>
          <a:bodyPr wrap="square" lIns="0" tIns="0" rIns="0" bIns="0" rtlCol="0" anchor="ctr"/>
          <a:lstStyle/>
          <a:p>
            <a:pPr indent="0" marL="0">
              <a:buNone/>
            </a:pPr>
            <a:r>
              <a:rPr lang="en-US" sz="1300" b="1" spc="400" kern="0" dirty="0">
                <a:solidFill>
                  <a:srgbClr val="FFD54A"/>
                </a:solidFill>
                <a:latin typeface="Segoe UI Semibold" pitchFamily="34" charset="0"/>
                <a:ea typeface="Segoe UI Semibold" pitchFamily="34" charset="-122"/>
                <a:cs typeface="Segoe UI Semibold" pitchFamily="34" charset="-120"/>
              </a:rPr>
              <a:t>WHILE YOU PLAY, WE WILL</a:t>
            </a:r>
            <a:endParaRPr lang="en-US" sz="1300" dirty="0"/>
          </a:p>
        </p:txBody>
      </p:sp>
      <p:sp>
        <p:nvSpPr>
          <p:cNvPr id="30" name="Shape 28"/>
          <p:cNvSpPr/>
          <p:nvPr/>
        </p:nvSpPr>
        <p:spPr>
          <a:xfrm>
            <a:off x="6473952" y="2560320"/>
            <a:ext cx="182880" cy="182880"/>
          </a:xfrm>
          <a:prstGeom prst="ellipse">
            <a:avLst/>
          </a:prstGeom>
          <a:solidFill>
            <a:srgbClr val="FFC21A"/>
          </a:solidFill>
          <a:ln w="12700">
            <a:solidFill>
              <a:srgbClr val="0B1026"/>
            </a:solidFill>
            <a:prstDash val="solid"/>
          </a:ln>
        </p:spPr>
      </p:sp>
      <p:sp>
        <p:nvSpPr>
          <p:cNvPr id="31" name="Text 29"/>
          <p:cNvSpPr/>
          <p:nvPr/>
        </p:nvSpPr>
        <p:spPr>
          <a:xfrm>
            <a:off x="6812280" y="2404872"/>
            <a:ext cx="4572000" cy="548640"/>
          </a:xfrm>
          <a:prstGeom prst="rect">
            <a:avLst/>
          </a:prstGeom>
          <a:noFill/>
          <a:ln/>
        </p:spPr>
        <p:txBody>
          <a:bodyPr wrap="square" lIns="0" tIns="0" rIns="0" bIns="0" rtlCol="0" anchor="ctr"/>
          <a:lstStyle/>
          <a:p>
            <a:pPr indent="0" marL="0">
              <a:buNone/>
            </a:pPr>
            <a:r>
              <a:rPr lang="en-US" sz="1600" b="1" dirty="0">
                <a:solidFill>
                  <a:srgbClr val="FFFFFF"/>
                </a:solidFill>
                <a:latin typeface="Segoe UI Semibold" pitchFamily="34" charset="0"/>
                <a:ea typeface="Segoe UI Semibold" pitchFamily="34" charset="-122"/>
                <a:cs typeface="Segoe UI Semibold" pitchFamily="34" charset="-120"/>
              </a:rPr>
              <a:t>Read every question and topic aloud</a:t>
            </a:r>
            <a:endParaRPr lang="en-US" sz="1600" dirty="0"/>
          </a:p>
        </p:txBody>
      </p:sp>
      <p:sp>
        <p:nvSpPr>
          <p:cNvPr id="32" name="Shape 30"/>
          <p:cNvSpPr/>
          <p:nvPr/>
        </p:nvSpPr>
        <p:spPr>
          <a:xfrm>
            <a:off x="6473952" y="3218688"/>
            <a:ext cx="182880" cy="182880"/>
          </a:xfrm>
          <a:prstGeom prst="ellipse">
            <a:avLst/>
          </a:prstGeom>
          <a:solidFill>
            <a:srgbClr val="00E5FF"/>
          </a:solidFill>
          <a:ln w="12700">
            <a:solidFill>
              <a:srgbClr val="0B1026"/>
            </a:solidFill>
            <a:prstDash val="solid"/>
          </a:ln>
        </p:spPr>
      </p:sp>
      <p:sp>
        <p:nvSpPr>
          <p:cNvPr id="33" name="Text 31"/>
          <p:cNvSpPr/>
          <p:nvPr/>
        </p:nvSpPr>
        <p:spPr>
          <a:xfrm>
            <a:off x="6812280" y="3063240"/>
            <a:ext cx="4572000" cy="548640"/>
          </a:xfrm>
          <a:prstGeom prst="rect">
            <a:avLst/>
          </a:prstGeom>
          <a:noFill/>
          <a:ln/>
        </p:spPr>
        <p:txBody>
          <a:bodyPr wrap="square" lIns="0" tIns="0" rIns="0" bIns="0" rtlCol="0" anchor="ctr"/>
          <a:lstStyle/>
          <a:p>
            <a:pPr indent="0" marL="0">
              <a:buNone/>
            </a:pPr>
            <a:r>
              <a:rPr lang="en-US" sz="1600" b="1" dirty="0">
                <a:solidFill>
                  <a:srgbClr val="FFFFFF"/>
                </a:solidFill>
                <a:latin typeface="Segoe UI Semibold" pitchFamily="34" charset="0"/>
                <a:ea typeface="Segoe UI Semibold" pitchFamily="34" charset="-122"/>
                <a:cs typeface="Segoe UI Semibold" pitchFamily="34" charset="-120"/>
              </a:rPr>
              <a:t>Be at your table</a:t>
            </a:r>
            <a:endParaRPr lang="en-US" sz="1600" dirty="0"/>
          </a:p>
          <a:p>
            <a:pPr indent="0" marL="0">
              <a:buNone/>
            </a:pPr>
            <a:r>
              <a:rPr lang="en-US" sz="1250" dirty="0">
                <a:solidFill>
                  <a:srgbClr val="B8C0E0"/>
                </a:solidFill>
                <a:latin typeface="Segoe UI" pitchFamily="34" charset="0"/>
                <a:ea typeface="Segoe UI" pitchFamily="34" charset="-122"/>
                <a:cs typeface="Segoe UI" pitchFamily="34" charset="-120"/>
              </a:rPr>
              <a:t>to help the discussion, not to give answers</a:t>
            </a:r>
            <a:endParaRPr lang="en-US" sz="1600" dirty="0"/>
          </a:p>
        </p:txBody>
      </p:sp>
      <p:sp>
        <p:nvSpPr>
          <p:cNvPr id="34" name="Shape 32"/>
          <p:cNvSpPr/>
          <p:nvPr/>
        </p:nvSpPr>
        <p:spPr>
          <a:xfrm>
            <a:off x="6473952" y="3877056"/>
            <a:ext cx="182880" cy="182880"/>
          </a:xfrm>
          <a:prstGeom prst="ellipse">
            <a:avLst/>
          </a:prstGeom>
          <a:solidFill>
            <a:srgbClr val="F472B6"/>
          </a:solidFill>
          <a:ln w="12700">
            <a:solidFill>
              <a:srgbClr val="0B1026"/>
            </a:solidFill>
            <a:prstDash val="solid"/>
          </a:ln>
        </p:spPr>
      </p:sp>
      <p:sp>
        <p:nvSpPr>
          <p:cNvPr id="35" name="Text 33"/>
          <p:cNvSpPr/>
          <p:nvPr/>
        </p:nvSpPr>
        <p:spPr>
          <a:xfrm>
            <a:off x="6812280" y="3721608"/>
            <a:ext cx="4572000" cy="548640"/>
          </a:xfrm>
          <a:prstGeom prst="rect">
            <a:avLst/>
          </a:prstGeom>
          <a:noFill/>
          <a:ln/>
        </p:spPr>
        <p:txBody>
          <a:bodyPr wrap="square" lIns="0" tIns="0" rIns="0" bIns="0" rtlCol="0" anchor="ctr"/>
          <a:lstStyle/>
          <a:p>
            <a:pPr indent="0" marL="0">
              <a:buNone/>
            </a:pPr>
            <a:r>
              <a:rPr lang="en-US" sz="1600" b="1" dirty="0">
                <a:solidFill>
                  <a:srgbClr val="FFFFFF"/>
                </a:solidFill>
                <a:latin typeface="Segoe UI Semibold" pitchFamily="34" charset="0"/>
                <a:ea typeface="Segoe UI Semibold" pitchFamily="34" charset="-122"/>
                <a:cs typeface="Segoe UI Semibold" pitchFamily="34" charset="-120"/>
              </a:rPr>
              <a:t>Keep the clock</a:t>
            </a:r>
            <a:endParaRPr lang="en-US" sz="1600" dirty="0"/>
          </a:p>
          <a:p>
            <a:pPr indent="0" marL="0">
              <a:buNone/>
            </a:pPr>
            <a:r>
              <a:rPr lang="en-US" sz="1250" dirty="0">
                <a:solidFill>
                  <a:srgbClr val="B8C0E0"/>
                </a:solidFill>
                <a:latin typeface="Segoe UI" pitchFamily="34" charset="0"/>
                <a:ea typeface="Segoe UI" pitchFamily="34" charset="-122"/>
                <a:cs typeface="Segoe UI" pitchFamily="34" charset="-120"/>
              </a:rPr>
              <a:t>the game ends at exactly 15:00</a:t>
            </a:r>
            <a:endParaRPr lang="en-US" sz="1600" dirty="0"/>
          </a:p>
        </p:txBody>
      </p:sp>
      <p:sp>
        <p:nvSpPr>
          <p:cNvPr id="36" name="Shape 34"/>
          <p:cNvSpPr/>
          <p:nvPr/>
        </p:nvSpPr>
        <p:spPr>
          <a:xfrm>
            <a:off x="6473952" y="4535424"/>
            <a:ext cx="182880" cy="182880"/>
          </a:xfrm>
          <a:prstGeom prst="ellipse">
            <a:avLst/>
          </a:prstGeom>
          <a:solidFill>
            <a:srgbClr val="8B5CF6"/>
          </a:solidFill>
          <a:ln w="12700">
            <a:solidFill>
              <a:srgbClr val="0B1026"/>
            </a:solidFill>
            <a:prstDash val="solid"/>
          </a:ln>
        </p:spPr>
      </p:sp>
      <p:sp>
        <p:nvSpPr>
          <p:cNvPr id="37" name="Text 35"/>
          <p:cNvSpPr/>
          <p:nvPr/>
        </p:nvSpPr>
        <p:spPr>
          <a:xfrm>
            <a:off x="6812280" y="4379976"/>
            <a:ext cx="4572000" cy="548640"/>
          </a:xfrm>
          <a:prstGeom prst="rect">
            <a:avLst/>
          </a:prstGeom>
          <a:noFill/>
          <a:ln/>
        </p:spPr>
        <p:txBody>
          <a:bodyPr wrap="square" lIns="0" tIns="0" rIns="0" bIns="0" rtlCol="0" anchor="ctr"/>
          <a:lstStyle/>
          <a:p>
            <a:pPr indent="0" marL="0">
              <a:buNone/>
            </a:pPr>
            <a:r>
              <a:rPr lang="en-US" sz="1600" b="1" dirty="0">
                <a:solidFill>
                  <a:srgbClr val="FFFFFF"/>
                </a:solidFill>
                <a:latin typeface="Segoe UI Semibold" pitchFamily="34" charset="0"/>
                <a:ea typeface="Segoe UI Semibold" pitchFamily="34" charset="-122"/>
                <a:cs typeface="Segoe UI Semibold" pitchFamily="34" charset="-120"/>
              </a:rPr>
              <a:t>Finish with your results</a:t>
            </a:r>
            <a:endParaRPr lang="en-US" sz="1600" dirty="0"/>
          </a:p>
          <a:p>
            <a:pPr indent="0" marL="0">
              <a:buNone/>
            </a:pPr>
            <a:r>
              <a:rPr lang="en-US" sz="1250" dirty="0">
                <a:solidFill>
                  <a:srgbClr val="B8C0E0"/>
                </a:solidFill>
                <a:latin typeface="Segoe UI" pitchFamily="34" charset="0"/>
                <a:ea typeface="Segoe UI" pitchFamily="34" charset="-122"/>
                <a:cs typeface="Segoe UI" pitchFamily="34" charset="-120"/>
              </a:rPr>
              <a:t>what the room found hardest, and three takeaways</a:t>
            </a:r>
            <a:endParaRPr lang="en-US" sz="1600" dirty="0"/>
          </a:p>
        </p:txBody>
      </p:sp>
      <p:sp>
        <p:nvSpPr>
          <p:cNvPr id="38" name="Shape 36"/>
          <p:cNvSpPr/>
          <p:nvPr/>
        </p:nvSpPr>
        <p:spPr>
          <a:xfrm>
            <a:off x="640080" y="5349240"/>
            <a:ext cx="10881360" cy="685800"/>
          </a:xfrm>
          <a:prstGeom prst="roundRect">
            <a:avLst>
              <a:gd name="adj" fmla="val 49333"/>
            </a:avLst>
          </a:prstGeom>
          <a:solidFill>
            <a:srgbClr val="FFD54A"/>
          </a:solidFill>
          <a:ln w="12700">
            <a:solidFill>
              <a:srgbClr val="FFD54A"/>
            </a:solidFill>
            <a:prstDash val="solid"/>
          </a:ln>
        </p:spPr>
      </p:sp>
      <p:sp>
        <p:nvSpPr>
          <p:cNvPr id="39" name="Text 37"/>
          <p:cNvSpPr/>
          <p:nvPr/>
        </p:nvSpPr>
        <p:spPr>
          <a:xfrm>
            <a:off x="640080" y="5349240"/>
            <a:ext cx="10881360" cy="685800"/>
          </a:xfrm>
          <a:prstGeom prst="rect">
            <a:avLst/>
          </a:prstGeom>
          <a:noFill/>
          <a:ln/>
        </p:spPr>
        <p:txBody>
          <a:bodyPr wrap="square" lIns="0" tIns="0" rIns="0" bIns="0" rtlCol="0" anchor="ctr"/>
          <a:lstStyle/>
          <a:p>
            <a:pPr algn="ctr" indent="0" marL="0">
              <a:buNone/>
            </a:pPr>
            <a:r>
              <a:rPr lang="en-US" sz="2100" b="1" dirty="0">
                <a:solidFill>
                  <a:srgbClr val="0B1026"/>
                </a:solidFill>
                <a:latin typeface="Segoe UI Black" pitchFamily="34" charset="0"/>
                <a:ea typeface="Segoe UI Black" pitchFamily="34" charset="-122"/>
                <a:cs typeface="Segoe UI Black" pitchFamily="34" charset="-120"/>
              </a:rPr>
              <a:t>Goal: </a:t>
            </a:r>
            <a:pPr algn="ctr" indent="0" marL="0">
              <a:buNone/>
            </a:pPr>
            <a:r>
              <a:rPr lang="en-US" sz="2100" dirty="0">
                <a:solidFill>
                  <a:srgbClr val="0B1026"/>
                </a:solidFill>
                <a:latin typeface="Segoe UI Black" pitchFamily="34" charset="0"/>
                <a:ea typeface="Segoe UI Black" pitchFamily="34" charset="-122"/>
                <a:cs typeface="Segoe UI Black" pitchFamily="34" charset="-120"/>
              </a:rPr>
              <a:t>get your key, reach the Keynote Stage. Most points wins.</a:t>
            </a:r>
            <a:endParaRPr lang="en-US" sz="2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Spotlight Isles — introduction</dc:title>
  <dc:subject>GSOE9010 Week 5 — Presentation Skills, Activity 3</dc:subject>
  <dc:creator>PptxGenJS</dc:creator>
  <cp:lastModifiedBy>PptxGenJS</cp:lastModifiedBy>
  <cp:revision>1</cp:revision>
  <dcterms:created xsi:type="dcterms:W3CDTF">2026-10-10T13:26:23Z</dcterms:created>
  <dcterms:modified xsi:type="dcterms:W3CDTF">2026-10-10T13:26:23Z</dcterms:modified>
</cp:coreProperties>
</file>